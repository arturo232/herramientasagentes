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64" r:id="rId15"/>
    <p:sldId id="266" r:id="rId17"/>
    <p:sldId id="259" r:id="rId10"/>
    <p:sldId id="261" r:id="rId12"/>
    <p:sldId id="258" r:id="rId9"/>
  </p:sldIdLst>
  <p:sldSz cy="10287000" cx="18288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Poppins Light"/>
      <p:regular r:id="rId25"/>
      <p:bold r:id="rId26"/>
      <p:italic r:id="rId27"/>
      <p:boldItalic r:id="rId28"/>
    </p:embeddedFont>
    <p:embeddedFont>
      <p:font typeface="Poppins Medium"/>
      <p:regular r:id="rId29"/>
      <p:bold r:id="rId30"/>
      <p:italic r:id="rId31"/>
      <p:boldItalic r:id="rId32"/>
    </p:embeddedFont>
    <p:embeddedFont>
      <p:font typeface="Poppi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8DF61D-DE82-420F-9FD6-55CE73E20BF9}">
  <a:tblStyle styleId="{6F8DF61D-DE82-420F-9FD6-55CE73E20B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7" Type="http://schemas.openxmlformats.org/officeDocument/2006/relationships/slide" Target="slides/slide11.xml"/><Relationship Id="rId21" Type="http://schemas.openxmlformats.org/officeDocument/2006/relationships/font" Target="fonts/Poppins-regular.fntdata"/><Relationship Id="rId22" Type="http://schemas.openxmlformats.org/officeDocument/2006/relationships/font" Target="fonts/Poppins-bold.fntdata"/><Relationship Id="rId23" Type="http://schemas.openxmlformats.org/officeDocument/2006/relationships/font" Target="fonts/Poppins-italic.fntdata"/><Relationship Id="rId24" Type="http://schemas.openxmlformats.org/officeDocument/2006/relationships/font" Target="fonts/Poppins-boldItalic.fntdata"/><Relationship Id="rId25" Type="http://schemas.openxmlformats.org/officeDocument/2006/relationships/font" Target="fonts/PoppinsLight-regular.fntdata"/><Relationship Id="rId26" Type="http://schemas.openxmlformats.org/officeDocument/2006/relationships/font" Target="fonts/PoppinsLight-bold.fntdata"/><Relationship Id="rId27" Type="http://schemas.openxmlformats.org/officeDocument/2006/relationships/font" Target="fonts/PoppinsLight-italic.fntdata"/><Relationship Id="rId28" Type="http://schemas.openxmlformats.org/officeDocument/2006/relationships/font" Target="fonts/PoppinsLight-boldItalic.fntdata"/><Relationship Id="rId29" Type="http://schemas.openxmlformats.org/officeDocument/2006/relationships/font" Target="fonts/PoppinsMedium-regular.fntdata"/><Relationship Id="rId30" Type="http://schemas.openxmlformats.org/officeDocument/2006/relationships/font" Target="fonts/PoppinsMedium-bold.fntdata"/><Relationship Id="rId31" Type="http://schemas.openxmlformats.org/officeDocument/2006/relationships/font" Target="fonts/PoppinsMedium-italic.fntdata"/><Relationship Id="rId32" Type="http://schemas.openxmlformats.org/officeDocument/2006/relationships/font" Target="fonts/PoppinsMedium-boldItalic.fntdata"/><Relationship Id="rId33" Type="http://schemas.openxmlformats.org/officeDocument/2006/relationships/font" Target="fonts/PoppinsSemiBold-regular.fntdata"/><Relationship Id="rId34" Type="http://schemas.openxmlformats.org/officeDocument/2006/relationships/font" Target="fonts/PoppinsSemiBold-bold.fntdata"/><Relationship Id="rId35" Type="http://schemas.openxmlformats.org/officeDocument/2006/relationships/font" Target="fonts/PoppinsSemiBold-italic.fntdata"/><Relationship Id="rId36" Type="http://schemas.openxmlformats.org/officeDocument/2006/relationships/font" Target="fonts/Poppi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398577" y="572134"/>
            <a:ext cx="7260262" cy="9048972"/>
          </a:xfrm>
          <a:custGeom>
            <a:rect b="b" l="l" r="r" t="t"/>
            <a:pathLst>
              <a:path extrusionOk="0" h="2382876" w="1911853">
                <a:moveTo>
                  <a:pt x="42661" y="0"/>
                </a:moveTo>
                <a:lnTo>
                  <a:pt x="1869192" y="0"/>
                </a:lnTo>
                <a:cubicBezTo>
                  <a:pt x="1892753" y="0"/>
                  <a:pt x="1911853" y="19100"/>
                  <a:pt x="1911853" y="42661"/>
                </a:cubicBezTo>
                <a:lnTo>
                  <a:pt x="1911853" y="2340215"/>
                </a:lnTo>
                <a:cubicBezTo>
                  <a:pt x="1911853" y="2363776"/>
                  <a:pt x="1892753" y="2382876"/>
                  <a:pt x="1869192" y="2382876"/>
                </a:cubicBezTo>
                <a:lnTo>
                  <a:pt x="42661" y="2382876"/>
                </a:lnTo>
                <a:cubicBezTo>
                  <a:pt x="19100" y="2382876"/>
                  <a:pt x="0" y="2363776"/>
                  <a:pt x="0" y="2340215"/>
                </a:cubicBezTo>
                <a:lnTo>
                  <a:pt x="0" y="42661"/>
                </a:lnTo>
                <a:cubicBezTo>
                  <a:pt x="0" y="19100"/>
                  <a:pt x="19100" y="0"/>
                  <a:pt x="42661" y="0"/>
                </a:cubicBezTo>
                <a:close/>
              </a:path>
            </a:pathLst>
          </a:custGeom>
          <a:solidFill>
            <a:srgbClr val="8CC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10398577" y="355141"/>
            <a:ext cx="7259100" cy="9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1028700" y="7424825"/>
            <a:ext cx="2410272" cy="1037773"/>
            <a:chOff x="0" y="-57150"/>
            <a:chExt cx="634800" cy="273321"/>
          </a:xfrm>
        </p:grpSpPr>
        <p:sp>
          <p:nvSpPr>
            <p:cNvPr id="19" name="Google Shape;19;p3"/>
            <p:cNvSpPr/>
            <p:nvPr/>
          </p:nvSpPr>
          <p:spPr>
            <a:xfrm>
              <a:off x="0" y="0"/>
              <a:ext cx="634741" cy="216171"/>
            </a:xfrm>
            <a:custGeom>
              <a:rect b="b" l="l" r="r" t="t"/>
              <a:pathLst>
                <a:path extrusionOk="0" h="216171" w="634741">
                  <a:moveTo>
                    <a:pt x="108086" y="0"/>
                  </a:moveTo>
                  <a:lnTo>
                    <a:pt x="526656" y="0"/>
                  </a:lnTo>
                  <a:cubicBezTo>
                    <a:pt x="555322" y="0"/>
                    <a:pt x="582814" y="11388"/>
                    <a:pt x="603084" y="31658"/>
                  </a:cubicBezTo>
                  <a:cubicBezTo>
                    <a:pt x="623354" y="51928"/>
                    <a:pt x="634741" y="79420"/>
                    <a:pt x="634741" y="108086"/>
                  </a:cubicBezTo>
                  <a:lnTo>
                    <a:pt x="634741" y="108086"/>
                  </a:lnTo>
                  <a:cubicBezTo>
                    <a:pt x="634741" y="136752"/>
                    <a:pt x="623354" y="164244"/>
                    <a:pt x="603084" y="184514"/>
                  </a:cubicBezTo>
                  <a:cubicBezTo>
                    <a:pt x="582814" y="204784"/>
                    <a:pt x="555322" y="216171"/>
                    <a:pt x="526656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F68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 txBox="1"/>
            <p:nvPr/>
          </p:nvSpPr>
          <p:spPr>
            <a:xfrm>
              <a:off x="0" y="-57150"/>
              <a:ext cx="6348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21;p3"/>
          <p:cNvGrpSpPr/>
          <p:nvPr/>
        </p:nvGrpSpPr>
        <p:grpSpPr>
          <a:xfrm>
            <a:off x="3729478" y="7424825"/>
            <a:ext cx="3636397" cy="1037773"/>
            <a:chOff x="0" y="-57150"/>
            <a:chExt cx="957728" cy="273321"/>
          </a:xfrm>
        </p:grpSpPr>
        <p:sp>
          <p:nvSpPr>
            <p:cNvPr id="22" name="Google Shape;22;p3"/>
            <p:cNvSpPr/>
            <p:nvPr/>
          </p:nvSpPr>
          <p:spPr>
            <a:xfrm>
              <a:off x="0" y="0"/>
              <a:ext cx="957728" cy="216171"/>
            </a:xfrm>
            <a:custGeom>
              <a:rect b="b" l="l" r="r" t="t"/>
              <a:pathLst>
                <a:path extrusionOk="0" h="216171" w="957728">
                  <a:moveTo>
                    <a:pt x="108086" y="0"/>
                  </a:moveTo>
                  <a:lnTo>
                    <a:pt x="849643" y="0"/>
                  </a:lnTo>
                  <a:cubicBezTo>
                    <a:pt x="878309" y="0"/>
                    <a:pt x="905801" y="11388"/>
                    <a:pt x="926071" y="31658"/>
                  </a:cubicBezTo>
                  <a:cubicBezTo>
                    <a:pt x="946341" y="51928"/>
                    <a:pt x="957728" y="79420"/>
                    <a:pt x="957728" y="108086"/>
                  </a:cubicBezTo>
                  <a:lnTo>
                    <a:pt x="957728" y="108086"/>
                  </a:lnTo>
                  <a:cubicBezTo>
                    <a:pt x="957728" y="136752"/>
                    <a:pt x="946341" y="164244"/>
                    <a:pt x="926071" y="184514"/>
                  </a:cubicBezTo>
                  <a:cubicBezTo>
                    <a:pt x="905801" y="204784"/>
                    <a:pt x="878309" y="216171"/>
                    <a:pt x="849643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C66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 txBox="1"/>
            <p:nvPr/>
          </p:nvSpPr>
          <p:spPr>
            <a:xfrm>
              <a:off x="0" y="-57150"/>
              <a:ext cx="9576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 rot="3902098">
            <a:off x="16920" y="-1233855"/>
            <a:ext cx="2771247" cy="5114718"/>
          </a:xfrm>
          <a:custGeom>
            <a:rect b="b" l="l" r="r" t="t"/>
            <a:pathLst>
              <a:path extrusionOk="0" h="5109452" w="2768394">
                <a:moveTo>
                  <a:pt x="0" y="0"/>
                </a:moveTo>
                <a:lnTo>
                  <a:pt x="2768394" y="0"/>
                </a:lnTo>
                <a:lnTo>
                  <a:pt x="2768394" y="5109452"/>
                </a:lnTo>
                <a:lnTo>
                  <a:pt x="0" y="510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" name="Google Shape;25;p3"/>
          <p:cNvSpPr/>
          <p:nvPr/>
        </p:nvSpPr>
        <p:spPr>
          <a:xfrm rot="7190023">
            <a:off x="7999920" y="6378903"/>
            <a:ext cx="3194824" cy="5198677"/>
          </a:xfrm>
          <a:custGeom>
            <a:rect b="b" l="l" r="r" t="t"/>
            <a:pathLst>
              <a:path extrusionOk="0" h="5198515" w="3194724">
                <a:moveTo>
                  <a:pt x="0" y="0"/>
                </a:moveTo>
                <a:lnTo>
                  <a:pt x="3194723" y="0"/>
                </a:lnTo>
                <a:lnTo>
                  <a:pt x="3194723" y="5198514"/>
                </a:lnTo>
                <a:lnTo>
                  <a:pt x="0" y="5198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" name="Google Shape;26;p3"/>
          <p:cNvSpPr/>
          <p:nvPr>
            <p:ph idx="2" type="pic"/>
          </p:nvPr>
        </p:nvSpPr>
        <p:spPr>
          <a:xfrm>
            <a:off x="10979213" y="1125062"/>
            <a:ext cx="6099000" cy="794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1028700" y="2426998"/>
            <a:ext cx="8229600" cy="4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Poppins"/>
              <a:buNone/>
              <a:defRPr b="1" i="0" sz="1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51025" y="506550"/>
            <a:ext cx="8275800" cy="9273900"/>
          </a:xfrm>
          <a:prstGeom prst="roundRect">
            <a:avLst>
              <a:gd fmla="val 3894" name="adj"/>
            </a:avLst>
          </a:prstGeom>
          <a:solidFill>
            <a:srgbClr val="3A9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1028700" y="2427000"/>
            <a:ext cx="6810600" cy="4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Font typeface="Poppins"/>
              <a:buNone/>
              <a:defRPr b="1" i="0" sz="8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9423775" y="3043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4782510" y="7234726"/>
            <a:ext cx="6079398" cy="5173015"/>
          </a:xfrm>
          <a:custGeom>
            <a:rect b="b" l="l" r="r" t="t"/>
            <a:pathLst>
              <a:path extrusionOk="0" h="5173015" w="6079398">
                <a:moveTo>
                  <a:pt x="0" y="0"/>
                </a:moveTo>
                <a:lnTo>
                  <a:pt x="6079397" y="0"/>
                </a:lnTo>
                <a:lnTo>
                  <a:pt x="6079397" y="5173014"/>
                </a:lnTo>
                <a:lnTo>
                  <a:pt x="0" y="517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" name="Google Shape;33;p4"/>
          <p:cNvSpPr/>
          <p:nvPr/>
        </p:nvSpPr>
        <p:spPr>
          <a:xfrm rot="-3471485">
            <a:off x="15213146" y="215789"/>
            <a:ext cx="4293387" cy="2880472"/>
          </a:xfrm>
          <a:custGeom>
            <a:rect b="b" l="l" r="r" t="t"/>
            <a:pathLst>
              <a:path extrusionOk="0" h="2877865" w="4289501">
                <a:moveTo>
                  <a:pt x="0" y="0"/>
                </a:moveTo>
                <a:lnTo>
                  <a:pt x="4289500" y="0"/>
                </a:lnTo>
                <a:lnTo>
                  <a:pt x="4289500" y="2877865"/>
                </a:lnTo>
                <a:lnTo>
                  <a:pt x="0" y="287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 rot="560680">
            <a:off x="-1421096" y="3944282"/>
            <a:ext cx="3896304" cy="6340141"/>
          </a:xfrm>
          <a:custGeom>
            <a:rect b="b" l="l" r="r" t="t"/>
            <a:pathLst>
              <a:path extrusionOk="0" h="6335194" w="3893264">
                <a:moveTo>
                  <a:pt x="0" y="0"/>
                </a:moveTo>
                <a:lnTo>
                  <a:pt x="3893265" y="0"/>
                </a:lnTo>
                <a:lnTo>
                  <a:pt x="3893265" y="6335194"/>
                </a:lnTo>
                <a:lnTo>
                  <a:pt x="0" y="6335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" name="Google Shape;36;p5"/>
          <p:cNvSpPr/>
          <p:nvPr/>
        </p:nvSpPr>
        <p:spPr>
          <a:xfrm rot="-4087125">
            <a:off x="16113185" y="-505605"/>
            <a:ext cx="3239484" cy="5978915"/>
          </a:xfrm>
          <a:custGeom>
            <a:rect b="b" l="l" r="r" t="t"/>
            <a:pathLst>
              <a:path extrusionOk="0" h="5981869" w="3241085">
                <a:moveTo>
                  <a:pt x="0" y="0"/>
                </a:moveTo>
                <a:lnTo>
                  <a:pt x="3241085" y="0"/>
                </a:lnTo>
                <a:lnTo>
                  <a:pt x="3241085" y="5981869"/>
                </a:lnTo>
                <a:lnTo>
                  <a:pt x="0" y="5981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8CC3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"/>
          <p:cNvGrpSpPr/>
          <p:nvPr/>
        </p:nvGrpSpPr>
        <p:grpSpPr>
          <a:xfrm>
            <a:off x="657670" y="475097"/>
            <a:ext cx="16973282" cy="9192295"/>
            <a:chOff x="0" y="-38100"/>
            <a:chExt cx="4470300" cy="2421000"/>
          </a:xfrm>
        </p:grpSpPr>
        <p:sp>
          <p:nvSpPr>
            <p:cNvPr id="39" name="Google Shape;39;p6"/>
            <p:cNvSpPr/>
            <p:nvPr/>
          </p:nvSpPr>
          <p:spPr>
            <a:xfrm>
              <a:off x="0" y="0"/>
              <a:ext cx="4470166" cy="2382876"/>
            </a:xfrm>
            <a:custGeom>
              <a:rect b="b" l="l" r="r" t="t"/>
              <a:pathLst>
                <a:path extrusionOk="0" h="2382876" w="4470166">
                  <a:moveTo>
                    <a:pt x="18246" y="0"/>
                  </a:moveTo>
                  <a:lnTo>
                    <a:pt x="4451920" y="0"/>
                  </a:lnTo>
                  <a:cubicBezTo>
                    <a:pt x="4456759" y="0"/>
                    <a:pt x="4461400" y="1922"/>
                    <a:pt x="4464822" y="5344"/>
                  </a:cubicBezTo>
                  <a:cubicBezTo>
                    <a:pt x="4468243" y="8766"/>
                    <a:pt x="4470166" y="13407"/>
                    <a:pt x="4470166" y="18246"/>
                  </a:cubicBezTo>
                  <a:lnTo>
                    <a:pt x="4470166" y="2364630"/>
                  </a:lnTo>
                  <a:cubicBezTo>
                    <a:pt x="4470166" y="2374707"/>
                    <a:pt x="4461997" y="2382876"/>
                    <a:pt x="4451920" y="2382876"/>
                  </a:cubicBezTo>
                  <a:lnTo>
                    <a:pt x="18246" y="2382876"/>
                  </a:lnTo>
                  <a:cubicBezTo>
                    <a:pt x="8169" y="2382876"/>
                    <a:pt x="0" y="2374707"/>
                    <a:pt x="0" y="2364630"/>
                  </a:cubicBezTo>
                  <a:lnTo>
                    <a:pt x="0" y="18246"/>
                  </a:lnTo>
                  <a:cubicBezTo>
                    <a:pt x="0" y="8169"/>
                    <a:pt x="8169" y="0"/>
                    <a:pt x="18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6"/>
            <p:cNvSpPr txBox="1"/>
            <p:nvPr/>
          </p:nvSpPr>
          <p:spPr>
            <a:xfrm>
              <a:off x="0" y="-38100"/>
              <a:ext cx="4470300" cy="24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6"/>
          <p:cNvSpPr/>
          <p:nvPr/>
        </p:nvSpPr>
        <p:spPr>
          <a:xfrm rot="-1011006">
            <a:off x="-1486641" y="8290346"/>
            <a:ext cx="4291444" cy="2879169"/>
          </a:xfrm>
          <a:custGeom>
            <a:rect b="b" l="l" r="r" t="t"/>
            <a:pathLst>
              <a:path extrusionOk="0" h="2877865" w="4289501">
                <a:moveTo>
                  <a:pt x="0" y="0"/>
                </a:moveTo>
                <a:lnTo>
                  <a:pt x="4289500" y="0"/>
                </a:lnTo>
                <a:lnTo>
                  <a:pt x="4289500" y="2877865"/>
                </a:lnTo>
                <a:lnTo>
                  <a:pt x="0" y="287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" name="Google Shape;42;p6"/>
          <p:cNvSpPr/>
          <p:nvPr/>
        </p:nvSpPr>
        <p:spPr>
          <a:xfrm rot="-1964114">
            <a:off x="15763835" y="-977608"/>
            <a:ext cx="4396819" cy="3741294"/>
          </a:xfrm>
          <a:custGeom>
            <a:rect b="b" l="l" r="r" t="t"/>
            <a:pathLst>
              <a:path extrusionOk="0" h="3746543" w="4402988">
                <a:moveTo>
                  <a:pt x="0" y="0"/>
                </a:moveTo>
                <a:lnTo>
                  <a:pt x="4402988" y="0"/>
                </a:lnTo>
                <a:lnTo>
                  <a:pt x="4402988" y="3746543"/>
                </a:lnTo>
                <a:lnTo>
                  <a:pt x="0" y="3746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1448850" y="1296099"/>
            <a:ext cx="82296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Poppins"/>
              <a:buNone/>
              <a:defRPr b="1" i="0" sz="6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1564425" y="3638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solidFill>
          <a:srgbClr val="F68654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7"/>
          <p:cNvGrpSpPr/>
          <p:nvPr/>
        </p:nvGrpSpPr>
        <p:grpSpPr>
          <a:xfrm>
            <a:off x="657670" y="475097"/>
            <a:ext cx="16973282" cy="9192295"/>
            <a:chOff x="0" y="-38100"/>
            <a:chExt cx="4470300" cy="2421000"/>
          </a:xfrm>
        </p:grpSpPr>
        <p:sp>
          <p:nvSpPr>
            <p:cNvPr id="47" name="Google Shape;47;p7"/>
            <p:cNvSpPr/>
            <p:nvPr/>
          </p:nvSpPr>
          <p:spPr>
            <a:xfrm>
              <a:off x="0" y="0"/>
              <a:ext cx="4470166" cy="2382876"/>
            </a:xfrm>
            <a:custGeom>
              <a:rect b="b" l="l" r="r" t="t"/>
              <a:pathLst>
                <a:path extrusionOk="0" h="2382876" w="4470166">
                  <a:moveTo>
                    <a:pt x="18246" y="0"/>
                  </a:moveTo>
                  <a:lnTo>
                    <a:pt x="4451920" y="0"/>
                  </a:lnTo>
                  <a:cubicBezTo>
                    <a:pt x="4456759" y="0"/>
                    <a:pt x="4461400" y="1922"/>
                    <a:pt x="4464822" y="5344"/>
                  </a:cubicBezTo>
                  <a:cubicBezTo>
                    <a:pt x="4468243" y="8766"/>
                    <a:pt x="4470166" y="13407"/>
                    <a:pt x="4470166" y="18246"/>
                  </a:cubicBezTo>
                  <a:lnTo>
                    <a:pt x="4470166" y="2364630"/>
                  </a:lnTo>
                  <a:cubicBezTo>
                    <a:pt x="4470166" y="2374707"/>
                    <a:pt x="4461997" y="2382876"/>
                    <a:pt x="4451920" y="2382876"/>
                  </a:cubicBezTo>
                  <a:lnTo>
                    <a:pt x="18246" y="2382876"/>
                  </a:lnTo>
                  <a:cubicBezTo>
                    <a:pt x="8169" y="2382876"/>
                    <a:pt x="0" y="2374707"/>
                    <a:pt x="0" y="2364630"/>
                  </a:cubicBezTo>
                  <a:lnTo>
                    <a:pt x="0" y="18246"/>
                  </a:lnTo>
                  <a:cubicBezTo>
                    <a:pt x="0" y="8169"/>
                    <a:pt x="8169" y="0"/>
                    <a:pt x="18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7"/>
            <p:cNvSpPr txBox="1"/>
            <p:nvPr/>
          </p:nvSpPr>
          <p:spPr>
            <a:xfrm>
              <a:off x="0" y="-38100"/>
              <a:ext cx="4470300" cy="24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7"/>
          <p:cNvSpPr/>
          <p:nvPr/>
        </p:nvSpPr>
        <p:spPr>
          <a:xfrm rot="-1011006">
            <a:off x="-1486641" y="8290346"/>
            <a:ext cx="4291444" cy="2879169"/>
          </a:xfrm>
          <a:custGeom>
            <a:rect b="b" l="l" r="r" t="t"/>
            <a:pathLst>
              <a:path extrusionOk="0" h="2877865" w="4289501">
                <a:moveTo>
                  <a:pt x="0" y="0"/>
                </a:moveTo>
                <a:lnTo>
                  <a:pt x="4289500" y="0"/>
                </a:lnTo>
                <a:lnTo>
                  <a:pt x="4289500" y="2877865"/>
                </a:lnTo>
                <a:lnTo>
                  <a:pt x="0" y="287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" name="Google Shape;50;p7"/>
          <p:cNvSpPr/>
          <p:nvPr/>
        </p:nvSpPr>
        <p:spPr>
          <a:xfrm rot="-1964114">
            <a:off x="15763835" y="-977608"/>
            <a:ext cx="4396819" cy="3741294"/>
          </a:xfrm>
          <a:custGeom>
            <a:rect b="b" l="l" r="r" t="t"/>
            <a:pathLst>
              <a:path extrusionOk="0" h="3746543" w="4402988">
                <a:moveTo>
                  <a:pt x="0" y="0"/>
                </a:moveTo>
                <a:lnTo>
                  <a:pt x="4402988" y="0"/>
                </a:lnTo>
                <a:lnTo>
                  <a:pt x="4402988" y="3746543"/>
                </a:lnTo>
                <a:lnTo>
                  <a:pt x="0" y="3746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" name="Google Shape;51;p7"/>
          <p:cNvGrpSpPr/>
          <p:nvPr/>
        </p:nvGrpSpPr>
        <p:grpSpPr>
          <a:xfrm>
            <a:off x="8218805" y="969767"/>
            <a:ext cx="3795871" cy="4015700"/>
            <a:chOff x="0" y="-57150"/>
            <a:chExt cx="999729" cy="1057626"/>
          </a:xfrm>
        </p:grpSpPr>
        <p:sp>
          <p:nvSpPr>
            <p:cNvPr id="52" name="Google Shape;52;p7"/>
            <p:cNvSpPr/>
            <p:nvPr/>
          </p:nvSpPr>
          <p:spPr>
            <a:xfrm>
              <a:off x="0" y="0"/>
              <a:ext cx="999729" cy="1000476"/>
            </a:xfrm>
            <a:custGeom>
              <a:rect b="b" l="l" r="r" t="t"/>
              <a:pathLst>
                <a:path extrusionOk="0" h="1000476" w="999729">
                  <a:moveTo>
                    <a:pt x="81583" y="0"/>
                  </a:moveTo>
                  <a:lnTo>
                    <a:pt x="918146" y="0"/>
                  </a:lnTo>
                  <a:cubicBezTo>
                    <a:pt x="939783" y="0"/>
                    <a:pt x="960534" y="8595"/>
                    <a:pt x="975834" y="23895"/>
                  </a:cubicBezTo>
                  <a:cubicBezTo>
                    <a:pt x="991133" y="39195"/>
                    <a:pt x="999729" y="59946"/>
                    <a:pt x="999729" y="81583"/>
                  </a:cubicBezTo>
                  <a:lnTo>
                    <a:pt x="999729" y="918892"/>
                  </a:lnTo>
                  <a:cubicBezTo>
                    <a:pt x="999729" y="963950"/>
                    <a:pt x="963203" y="1000476"/>
                    <a:pt x="918146" y="1000476"/>
                  </a:cubicBezTo>
                  <a:lnTo>
                    <a:pt x="81583" y="1000476"/>
                  </a:lnTo>
                  <a:cubicBezTo>
                    <a:pt x="59946" y="1000476"/>
                    <a:pt x="39195" y="991880"/>
                    <a:pt x="23895" y="976580"/>
                  </a:cubicBezTo>
                  <a:cubicBezTo>
                    <a:pt x="8595" y="961281"/>
                    <a:pt x="0" y="940530"/>
                    <a:pt x="0" y="918892"/>
                  </a:cubicBezTo>
                  <a:lnTo>
                    <a:pt x="0" y="81583"/>
                  </a:lnTo>
                  <a:cubicBezTo>
                    <a:pt x="0" y="59946"/>
                    <a:pt x="8595" y="39195"/>
                    <a:pt x="23895" y="23895"/>
                  </a:cubicBezTo>
                  <a:cubicBezTo>
                    <a:pt x="39195" y="8595"/>
                    <a:pt x="59946" y="0"/>
                    <a:pt x="81583" y="0"/>
                  </a:cubicBezTo>
                  <a:close/>
                </a:path>
              </a:pathLst>
            </a:custGeom>
            <a:solidFill>
              <a:srgbClr val="3A9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7"/>
            <p:cNvSpPr txBox="1"/>
            <p:nvPr/>
          </p:nvSpPr>
          <p:spPr>
            <a:xfrm>
              <a:off x="0" y="-57150"/>
              <a:ext cx="999600" cy="10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4;p7"/>
          <p:cNvGrpSpPr/>
          <p:nvPr/>
        </p:nvGrpSpPr>
        <p:grpSpPr>
          <a:xfrm>
            <a:off x="8218805" y="5084567"/>
            <a:ext cx="3795871" cy="4015700"/>
            <a:chOff x="0" y="-57150"/>
            <a:chExt cx="999729" cy="1057626"/>
          </a:xfrm>
        </p:grpSpPr>
        <p:sp>
          <p:nvSpPr>
            <p:cNvPr id="55" name="Google Shape;55;p7"/>
            <p:cNvSpPr/>
            <p:nvPr/>
          </p:nvSpPr>
          <p:spPr>
            <a:xfrm>
              <a:off x="0" y="0"/>
              <a:ext cx="999729" cy="1000476"/>
            </a:xfrm>
            <a:custGeom>
              <a:rect b="b" l="l" r="r" t="t"/>
              <a:pathLst>
                <a:path extrusionOk="0" h="1000476" w="999729">
                  <a:moveTo>
                    <a:pt x="81583" y="0"/>
                  </a:moveTo>
                  <a:lnTo>
                    <a:pt x="918146" y="0"/>
                  </a:lnTo>
                  <a:cubicBezTo>
                    <a:pt x="939783" y="0"/>
                    <a:pt x="960534" y="8595"/>
                    <a:pt x="975834" y="23895"/>
                  </a:cubicBezTo>
                  <a:cubicBezTo>
                    <a:pt x="991133" y="39195"/>
                    <a:pt x="999729" y="59946"/>
                    <a:pt x="999729" y="81583"/>
                  </a:cubicBezTo>
                  <a:lnTo>
                    <a:pt x="999729" y="918892"/>
                  </a:lnTo>
                  <a:cubicBezTo>
                    <a:pt x="999729" y="963950"/>
                    <a:pt x="963203" y="1000476"/>
                    <a:pt x="918146" y="1000476"/>
                  </a:cubicBezTo>
                  <a:lnTo>
                    <a:pt x="81583" y="1000476"/>
                  </a:lnTo>
                  <a:cubicBezTo>
                    <a:pt x="59946" y="1000476"/>
                    <a:pt x="39195" y="991880"/>
                    <a:pt x="23895" y="976580"/>
                  </a:cubicBezTo>
                  <a:cubicBezTo>
                    <a:pt x="8595" y="961281"/>
                    <a:pt x="0" y="940530"/>
                    <a:pt x="0" y="918892"/>
                  </a:cubicBezTo>
                  <a:lnTo>
                    <a:pt x="0" y="81583"/>
                  </a:lnTo>
                  <a:cubicBezTo>
                    <a:pt x="0" y="59946"/>
                    <a:pt x="8595" y="39195"/>
                    <a:pt x="23895" y="23895"/>
                  </a:cubicBezTo>
                  <a:cubicBezTo>
                    <a:pt x="39195" y="8595"/>
                    <a:pt x="59946" y="0"/>
                    <a:pt x="81583" y="0"/>
                  </a:cubicBezTo>
                  <a:close/>
                </a:path>
              </a:pathLst>
            </a:custGeom>
            <a:solidFill>
              <a:srgbClr val="3A9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7"/>
            <p:cNvSpPr txBox="1"/>
            <p:nvPr/>
          </p:nvSpPr>
          <p:spPr>
            <a:xfrm>
              <a:off x="0" y="-57150"/>
              <a:ext cx="999600" cy="10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57;p7"/>
          <p:cNvSpPr txBox="1"/>
          <p:nvPr>
            <p:ph type="title"/>
          </p:nvPr>
        </p:nvSpPr>
        <p:spPr>
          <a:xfrm>
            <a:off x="1344475" y="1739750"/>
            <a:ext cx="59364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Poppins"/>
              <a:buNone/>
              <a:defRPr b="1" i="0" sz="6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1460050" y="4721950"/>
            <a:ext cx="5220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12410350" y="1212050"/>
            <a:ext cx="4578000" cy="3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3" type="body"/>
          </p:nvPr>
        </p:nvSpPr>
        <p:spPr>
          <a:xfrm>
            <a:off x="12410350" y="5326875"/>
            <a:ext cx="4578000" cy="3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1" name="Google Shape;61;p7"/>
          <p:cNvSpPr/>
          <p:nvPr>
            <p:ph idx="4" type="pic"/>
          </p:nvPr>
        </p:nvSpPr>
        <p:spPr>
          <a:xfrm>
            <a:off x="8470676" y="1452675"/>
            <a:ext cx="3292200" cy="3292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" name="Google Shape;62;p7"/>
          <p:cNvSpPr/>
          <p:nvPr>
            <p:ph idx="5" type="pic"/>
          </p:nvPr>
        </p:nvSpPr>
        <p:spPr>
          <a:xfrm>
            <a:off x="8470676" y="5567475"/>
            <a:ext cx="3292200" cy="3292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8"/>
          <p:cNvGrpSpPr/>
          <p:nvPr/>
        </p:nvGrpSpPr>
        <p:grpSpPr>
          <a:xfrm>
            <a:off x="657670" y="402766"/>
            <a:ext cx="16973282" cy="9264535"/>
            <a:chOff x="0" y="-57150"/>
            <a:chExt cx="4470300" cy="2440026"/>
          </a:xfrm>
        </p:grpSpPr>
        <p:sp>
          <p:nvSpPr>
            <p:cNvPr id="65" name="Google Shape;65;p8"/>
            <p:cNvSpPr/>
            <p:nvPr/>
          </p:nvSpPr>
          <p:spPr>
            <a:xfrm>
              <a:off x="0" y="0"/>
              <a:ext cx="4470166" cy="2382876"/>
            </a:xfrm>
            <a:custGeom>
              <a:rect b="b" l="l" r="r" t="t"/>
              <a:pathLst>
                <a:path extrusionOk="0" h="2382876" w="4470166">
                  <a:moveTo>
                    <a:pt x="18246" y="0"/>
                  </a:moveTo>
                  <a:lnTo>
                    <a:pt x="4451920" y="0"/>
                  </a:lnTo>
                  <a:cubicBezTo>
                    <a:pt x="4456759" y="0"/>
                    <a:pt x="4461400" y="1922"/>
                    <a:pt x="4464822" y="5344"/>
                  </a:cubicBezTo>
                  <a:cubicBezTo>
                    <a:pt x="4468243" y="8766"/>
                    <a:pt x="4470166" y="13407"/>
                    <a:pt x="4470166" y="18246"/>
                  </a:cubicBezTo>
                  <a:lnTo>
                    <a:pt x="4470166" y="2364630"/>
                  </a:lnTo>
                  <a:cubicBezTo>
                    <a:pt x="4470166" y="2374707"/>
                    <a:pt x="4461997" y="2382876"/>
                    <a:pt x="4451920" y="2382876"/>
                  </a:cubicBezTo>
                  <a:lnTo>
                    <a:pt x="18246" y="2382876"/>
                  </a:lnTo>
                  <a:cubicBezTo>
                    <a:pt x="8169" y="2382876"/>
                    <a:pt x="0" y="2374707"/>
                    <a:pt x="0" y="2364630"/>
                  </a:cubicBezTo>
                  <a:lnTo>
                    <a:pt x="0" y="18246"/>
                  </a:lnTo>
                  <a:cubicBezTo>
                    <a:pt x="0" y="8169"/>
                    <a:pt x="8169" y="0"/>
                    <a:pt x="18246" y="0"/>
                  </a:cubicBezTo>
                  <a:close/>
                </a:path>
              </a:pathLst>
            </a:custGeom>
            <a:solidFill>
              <a:srgbClr val="3A9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8"/>
            <p:cNvSpPr txBox="1"/>
            <p:nvPr/>
          </p:nvSpPr>
          <p:spPr>
            <a:xfrm>
              <a:off x="0" y="-57150"/>
              <a:ext cx="4470300" cy="24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8"/>
          <p:cNvSpPr/>
          <p:nvPr/>
        </p:nvSpPr>
        <p:spPr>
          <a:xfrm>
            <a:off x="-2785261" y="-480529"/>
            <a:ext cx="6079398" cy="5173015"/>
          </a:xfrm>
          <a:custGeom>
            <a:rect b="b" l="l" r="r" t="t"/>
            <a:pathLst>
              <a:path extrusionOk="0" h="5173015" w="6079398">
                <a:moveTo>
                  <a:pt x="0" y="0"/>
                </a:moveTo>
                <a:lnTo>
                  <a:pt x="6079397" y="0"/>
                </a:lnTo>
                <a:lnTo>
                  <a:pt x="6079397" y="5173015"/>
                </a:lnTo>
                <a:lnTo>
                  <a:pt x="0" y="5173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" name="Google Shape;68;p8"/>
          <p:cNvSpPr/>
          <p:nvPr/>
        </p:nvSpPr>
        <p:spPr>
          <a:xfrm rot="-3471485">
            <a:off x="14716803" y="8113527"/>
            <a:ext cx="5468586" cy="3668924"/>
          </a:xfrm>
          <a:custGeom>
            <a:rect b="b" l="l" r="r" t="t"/>
            <a:pathLst>
              <a:path extrusionOk="0" h="3665604" w="5463637">
                <a:moveTo>
                  <a:pt x="0" y="0"/>
                </a:moveTo>
                <a:lnTo>
                  <a:pt x="5463637" y="0"/>
                </a:lnTo>
                <a:lnTo>
                  <a:pt x="5463637" y="3665604"/>
                </a:lnTo>
                <a:lnTo>
                  <a:pt x="0" y="3665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" name="Google Shape;69;p8"/>
          <p:cNvSpPr txBox="1"/>
          <p:nvPr>
            <p:ph type="title"/>
          </p:nvPr>
        </p:nvSpPr>
        <p:spPr>
          <a:xfrm>
            <a:off x="4915425" y="3012613"/>
            <a:ext cx="82935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Poppins"/>
              <a:buNone/>
              <a:defRPr b="1" i="0" sz="6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1" type="body"/>
          </p:nvPr>
        </p:nvSpPr>
        <p:spPr>
          <a:xfrm>
            <a:off x="4140300" y="5443438"/>
            <a:ext cx="100080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solidFill>
          <a:srgbClr val="C6EB9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9"/>
          <p:cNvGrpSpPr/>
          <p:nvPr/>
        </p:nvGrpSpPr>
        <p:grpSpPr>
          <a:xfrm>
            <a:off x="657670" y="475097"/>
            <a:ext cx="16973282" cy="9192295"/>
            <a:chOff x="0" y="-38100"/>
            <a:chExt cx="4470300" cy="2421000"/>
          </a:xfrm>
        </p:grpSpPr>
        <p:sp>
          <p:nvSpPr>
            <p:cNvPr id="73" name="Google Shape;73;p9"/>
            <p:cNvSpPr/>
            <p:nvPr/>
          </p:nvSpPr>
          <p:spPr>
            <a:xfrm>
              <a:off x="0" y="0"/>
              <a:ext cx="4470166" cy="2382876"/>
            </a:xfrm>
            <a:custGeom>
              <a:rect b="b" l="l" r="r" t="t"/>
              <a:pathLst>
                <a:path extrusionOk="0" h="2382876" w="4470166">
                  <a:moveTo>
                    <a:pt x="18246" y="0"/>
                  </a:moveTo>
                  <a:lnTo>
                    <a:pt x="4451920" y="0"/>
                  </a:lnTo>
                  <a:cubicBezTo>
                    <a:pt x="4456759" y="0"/>
                    <a:pt x="4461400" y="1922"/>
                    <a:pt x="4464822" y="5344"/>
                  </a:cubicBezTo>
                  <a:cubicBezTo>
                    <a:pt x="4468243" y="8766"/>
                    <a:pt x="4470166" y="13407"/>
                    <a:pt x="4470166" y="18246"/>
                  </a:cubicBezTo>
                  <a:lnTo>
                    <a:pt x="4470166" y="2364630"/>
                  </a:lnTo>
                  <a:cubicBezTo>
                    <a:pt x="4470166" y="2374707"/>
                    <a:pt x="4461997" y="2382876"/>
                    <a:pt x="4451920" y="2382876"/>
                  </a:cubicBezTo>
                  <a:lnTo>
                    <a:pt x="18246" y="2382876"/>
                  </a:lnTo>
                  <a:cubicBezTo>
                    <a:pt x="8169" y="2382876"/>
                    <a:pt x="0" y="2374707"/>
                    <a:pt x="0" y="2364630"/>
                  </a:cubicBezTo>
                  <a:lnTo>
                    <a:pt x="0" y="18246"/>
                  </a:lnTo>
                  <a:cubicBezTo>
                    <a:pt x="0" y="8169"/>
                    <a:pt x="8169" y="0"/>
                    <a:pt x="18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 txBox="1"/>
            <p:nvPr/>
          </p:nvSpPr>
          <p:spPr>
            <a:xfrm>
              <a:off x="0" y="-38100"/>
              <a:ext cx="4470300" cy="24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9"/>
          <p:cNvSpPr/>
          <p:nvPr/>
        </p:nvSpPr>
        <p:spPr>
          <a:xfrm rot="3902098">
            <a:off x="-592892" y="-1255022"/>
            <a:ext cx="2771247" cy="5114718"/>
          </a:xfrm>
          <a:custGeom>
            <a:rect b="b" l="l" r="r" t="t"/>
            <a:pathLst>
              <a:path extrusionOk="0" h="5109452" w="2768394">
                <a:moveTo>
                  <a:pt x="0" y="0"/>
                </a:moveTo>
                <a:lnTo>
                  <a:pt x="2768394" y="0"/>
                </a:lnTo>
                <a:lnTo>
                  <a:pt x="2768394" y="5109451"/>
                </a:lnTo>
                <a:lnTo>
                  <a:pt x="0" y="51094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" name="Google Shape;76;p9"/>
          <p:cNvSpPr/>
          <p:nvPr/>
        </p:nvSpPr>
        <p:spPr>
          <a:xfrm rot="7190023">
            <a:off x="16032809" y="7067466"/>
            <a:ext cx="3194824" cy="5198677"/>
          </a:xfrm>
          <a:custGeom>
            <a:rect b="b" l="l" r="r" t="t"/>
            <a:pathLst>
              <a:path extrusionOk="0" h="5198515" w="3194724">
                <a:moveTo>
                  <a:pt x="0" y="0"/>
                </a:moveTo>
                <a:lnTo>
                  <a:pt x="3194724" y="0"/>
                </a:lnTo>
                <a:lnTo>
                  <a:pt x="3194724" y="5198515"/>
                </a:lnTo>
                <a:lnTo>
                  <a:pt x="0" y="51985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" name="Google Shape;77;p9"/>
          <p:cNvSpPr txBox="1"/>
          <p:nvPr>
            <p:ph type="title"/>
          </p:nvPr>
        </p:nvSpPr>
        <p:spPr>
          <a:xfrm>
            <a:off x="1566300" y="2052874"/>
            <a:ext cx="82296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Poppins"/>
              <a:buNone/>
              <a:defRPr b="1" i="0" sz="6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1681875" y="43957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9" name="Google Shape;79;p9"/>
          <p:cNvSpPr/>
          <p:nvPr>
            <p:ph idx="2" type="pic"/>
          </p:nvPr>
        </p:nvSpPr>
        <p:spPr>
          <a:xfrm>
            <a:off x="10464450" y="1217800"/>
            <a:ext cx="6613800" cy="7757700"/>
          </a:xfrm>
          <a:prstGeom prst="roundRect">
            <a:avLst>
              <a:gd fmla="val 1124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0"/>
          <p:cNvGrpSpPr/>
          <p:nvPr/>
        </p:nvGrpSpPr>
        <p:grpSpPr>
          <a:xfrm>
            <a:off x="775070" y="402766"/>
            <a:ext cx="7049704" cy="9264535"/>
            <a:chOff x="0" y="-57150"/>
            <a:chExt cx="1856700" cy="2440026"/>
          </a:xfrm>
        </p:grpSpPr>
        <p:sp>
          <p:nvSpPr>
            <p:cNvPr id="82" name="Google Shape;82;p10"/>
            <p:cNvSpPr/>
            <p:nvPr/>
          </p:nvSpPr>
          <p:spPr>
            <a:xfrm>
              <a:off x="0" y="0"/>
              <a:ext cx="1856605" cy="2382876"/>
            </a:xfrm>
            <a:custGeom>
              <a:rect b="b" l="l" r="r" t="t"/>
              <a:pathLst>
                <a:path extrusionOk="0" h="2382876" w="1856605">
                  <a:moveTo>
                    <a:pt x="43930" y="0"/>
                  </a:moveTo>
                  <a:lnTo>
                    <a:pt x="1812675" y="0"/>
                  </a:lnTo>
                  <a:cubicBezTo>
                    <a:pt x="1836937" y="0"/>
                    <a:pt x="1856605" y="19668"/>
                    <a:pt x="1856605" y="43930"/>
                  </a:cubicBezTo>
                  <a:lnTo>
                    <a:pt x="1856605" y="2338946"/>
                  </a:lnTo>
                  <a:cubicBezTo>
                    <a:pt x="1856605" y="2350596"/>
                    <a:pt x="1851976" y="2361770"/>
                    <a:pt x="1843738" y="2370009"/>
                  </a:cubicBezTo>
                  <a:cubicBezTo>
                    <a:pt x="1835500" y="2378247"/>
                    <a:pt x="1824326" y="2382876"/>
                    <a:pt x="1812675" y="2382876"/>
                  </a:cubicBezTo>
                  <a:lnTo>
                    <a:pt x="43930" y="2382876"/>
                  </a:lnTo>
                  <a:cubicBezTo>
                    <a:pt x="32279" y="2382876"/>
                    <a:pt x="21105" y="2378247"/>
                    <a:pt x="12867" y="2370009"/>
                  </a:cubicBezTo>
                  <a:cubicBezTo>
                    <a:pt x="4628" y="2361770"/>
                    <a:pt x="0" y="2350596"/>
                    <a:pt x="0" y="2338946"/>
                  </a:cubicBezTo>
                  <a:lnTo>
                    <a:pt x="0" y="43930"/>
                  </a:lnTo>
                  <a:cubicBezTo>
                    <a:pt x="0" y="19668"/>
                    <a:pt x="19668" y="0"/>
                    <a:pt x="43930" y="0"/>
                  </a:cubicBezTo>
                  <a:close/>
                </a:path>
              </a:pathLst>
            </a:custGeom>
            <a:solidFill>
              <a:srgbClr val="C66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0"/>
            <p:cNvSpPr txBox="1"/>
            <p:nvPr/>
          </p:nvSpPr>
          <p:spPr>
            <a:xfrm>
              <a:off x="0" y="-57150"/>
              <a:ext cx="1856700" cy="24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" name="Google Shape;84;p10"/>
          <p:cNvSpPr/>
          <p:nvPr/>
        </p:nvSpPr>
        <p:spPr>
          <a:xfrm>
            <a:off x="-769106" y="7234726"/>
            <a:ext cx="6079398" cy="5173015"/>
          </a:xfrm>
          <a:custGeom>
            <a:rect b="b" l="l" r="r" t="t"/>
            <a:pathLst>
              <a:path extrusionOk="0" h="5173015" w="6079398">
                <a:moveTo>
                  <a:pt x="0" y="0"/>
                </a:moveTo>
                <a:lnTo>
                  <a:pt x="6079398" y="0"/>
                </a:lnTo>
                <a:lnTo>
                  <a:pt x="6079398" y="5173014"/>
                </a:lnTo>
                <a:lnTo>
                  <a:pt x="0" y="517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0"/>
          <p:cNvSpPr/>
          <p:nvPr/>
        </p:nvSpPr>
        <p:spPr>
          <a:xfrm rot="-2365226">
            <a:off x="14730450" y="-406717"/>
            <a:ext cx="4289461" cy="2877838"/>
          </a:xfrm>
          <a:custGeom>
            <a:rect b="b" l="l" r="r" t="t"/>
            <a:pathLst>
              <a:path extrusionOk="0" h="2877865" w="4289501">
                <a:moveTo>
                  <a:pt x="0" y="0"/>
                </a:moveTo>
                <a:lnTo>
                  <a:pt x="4289501" y="0"/>
                </a:lnTo>
                <a:lnTo>
                  <a:pt x="4289501" y="2877864"/>
                </a:lnTo>
                <a:lnTo>
                  <a:pt x="0" y="2877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1260175" y="2427000"/>
            <a:ext cx="6079500" cy="4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Font typeface="Poppins"/>
              <a:buNone/>
              <a:defRPr b="1" i="0" sz="8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None/>
              <a:defRPr sz="8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572500" y="3043400"/>
            <a:ext cx="9081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877873"/>
            <a:ext cx="8229600" cy="4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Poppins"/>
              <a:buNone/>
              <a:defRPr b="1" i="0" sz="6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42425" y="44087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0.jpg"/><Relationship Id="rId6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D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/>
          <p:nvPr/>
        </p:nvSpPr>
        <p:spPr>
          <a:xfrm>
            <a:off x="10398577" y="572134"/>
            <a:ext cx="7259067" cy="9047481"/>
          </a:xfrm>
          <a:custGeom>
            <a:rect b="b" l="l" r="r" t="t"/>
            <a:pathLst>
              <a:path extrusionOk="0" h="2382876" w="1911853">
                <a:moveTo>
                  <a:pt x="42661" y="0"/>
                </a:moveTo>
                <a:lnTo>
                  <a:pt x="1869192" y="0"/>
                </a:lnTo>
                <a:cubicBezTo>
                  <a:pt x="1892753" y="0"/>
                  <a:pt x="1911853" y="19100"/>
                  <a:pt x="1911853" y="42661"/>
                </a:cubicBezTo>
                <a:lnTo>
                  <a:pt x="1911853" y="2340215"/>
                </a:lnTo>
                <a:cubicBezTo>
                  <a:pt x="1911853" y="2363776"/>
                  <a:pt x="1892753" y="2382876"/>
                  <a:pt x="1869192" y="2382876"/>
                </a:cubicBezTo>
                <a:lnTo>
                  <a:pt x="42661" y="2382876"/>
                </a:lnTo>
                <a:cubicBezTo>
                  <a:pt x="19100" y="2382876"/>
                  <a:pt x="0" y="2363776"/>
                  <a:pt x="0" y="2340215"/>
                </a:cubicBezTo>
                <a:lnTo>
                  <a:pt x="0" y="42661"/>
                </a:lnTo>
                <a:cubicBezTo>
                  <a:pt x="0" y="19100"/>
                  <a:pt x="19100" y="0"/>
                  <a:pt x="42661" y="0"/>
                </a:cubicBezTo>
                <a:close/>
              </a:path>
            </a:pathLst>
          </a:custGeom>
          <a:solidFill>
            <a:srgbClr val="8CC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 txBox="1"/>
          <p:nvPr/>
        </p:nvSpPr>
        <p:spPr>
          <a:xfrm>
            <a:off x="10398577" y="355143"/>
            <a:ext cx="7259067" cy="9264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1"/>
          <p:cNvGrpSpPr/>
          <p:nvPr/>
        </p:nvGrpSpPr>
        <p:grpSpPr>
          <a:xfrm>
            <a:off x="1028700" y="6457925"/>
            <a:ext cx="2410048" cy="1037773"/>
            <a:chOff x="0" y="-57150"/>
            <a:chExt cx="634741" cy="273321"/>
          </a:xfrm>
        </p:grpSpPr>
        <p:sp>
          <p:nvSpPr>
            <p:cNvPr id="95" name="Google Shape;95;p11"/>
            <p:cNvSpPr/>
            <p:nvPr/>
          </p:nvSpPr>
          <p:spPr>
            <a:xfrm>
              <a:off x="0" y="0"/>
              <a:ext cx="634741" cy="216171"/>
            </a:xfrm>
            <a:custGeom>
              <a:rect b="b" l="l" r="r" t="t"/>
              <a:pathLst>
                <a:path extrusionOk="0" h="216171" w="634741">
                  <a:moveTo>
                    <a:pt x="108086" y="0"/>
                  </a:moveTo>
                  <a:lnTo>
                    <a:pt x="526656" y="0"/>
                  </a:lnTo>
                  <a:cubicBezTo>
                    <a:pt x="555322" y="0"/>
                    <a:pt x="582814" y="11388"/>
                    <a:pt x="603084" y="31658"/>
                  </a:cubicBezTo>
                  <a:cubicBezTo>
                    <a:pt x="623354" y="51928"/>
                    <a:pt x="634741" y="79420"/>
                    <a:pt x="634741" y="108086"/>
                  </a:cubicBezTo>
                  <a:lnTo>
                    <a:pt x="634741" y="108086"/>
                  </a:lnTo>
                  <a:cubicBezTo>
                    <a:pt x="634741" y="136752"/>
                    <a:pt x="623354" y="164244"/>
                    <a:pt x="603084" y="184514"/>
                  </a:cubicBezTo>
                  <a:cubicBezTo>
                    <a:pt x="582814" y="204784"/>
                    <a:pt x="555322" y="216171"/>
                    <a:pt x="526656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F68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1"/>
            <p:cNvSpPr txBox="1"/>
            <p:nvPr/>
          </p:nvSpPr>
          <p:spPr>
            <a:xfrm>
              <a:off x="0" y="-57150"/>
              <a:ext cx="634741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1"/>
          <p:cNvGrpSpPr/>
          <p:nvPr/>
        </p:nvGrpSpPr>
        <p:grpSpPr>
          <a:xfrm>
            <a:off x="3729478" y="6457925"/>
            <a:ext cx="3636397" cy="1037773"/>
            <a:chOff x="0" y="-57150"/>
            <a:chExt cx="957728" cy="273321"/>
          </a:xfrm>
        </p:grpSpPr>
        <p:sp>
          <p:nvSpPr>
            <p:cNvPr id="98" name="Google Shape;98;p11"/>
            <p:cNvSpPr/>
            <p:nvPr/>
          </p:nvSpPr>
          <p:spPr>
            <a:xfrm>
              <a:off x="0" y="0"/>
              <a:ext cx="957728" cy="216171"/>
            </a:xfrm>
            <a:custGeom>
              <a:rect b="b" l="l" r="r" t="t"/>
              <a:pathLst>
                <a:path extrusionOk="0" h="216171" w="957728">
                  <a:moveTo>
                    <a:pt x="108086" y="0"/>
                  </a:moveTo>
                  <a:lnTo>
                    <a:pt x="849643" y="0"/>
                  </a:lnTo>
                  <a:cubicBezTo>
                    <a:pt x="878309" y="0"/>
                    <a:pt x="905801" y="11388"/>
                    <a:pt x="926071" y="31658"/>
                  </a:cubicBezTo>
                  <a:cubicBezTo>
                    <a:pt x="946341" y="51928"/>
                    <a:pt x="957728" y="79420"/>
                    <a:pt x="957728" y="108086"/>
                  </a:cubicBezTo>
                  <a:lnTo>
                    <a:pt x="957728" y="108086"/>
                  </a:lnTo>
                  <a:cubicBezTo>
                    <a:pt x="957728" y="136752"/>
                    <a:pt x="946341" y="164244"/>
                    <a:pt x="926071" y="184514"/>
                  </a:cubicBezTo>
                  <a:cubicBezTo>
                    <a:pt x="905801" y="204784"/>
                    <a:pt x="878309" y="216171"/>
                    <a:pt x="849643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C66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1"/>
            <p:cNvSpPr txBox="1"/>
            <p:nvPr/>
          </p:nvSpPr>
          <p:spPr>
            <a:xfrm>
              <a:off x="0" y="-57150"/>
              <a:ext cx="957728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1"/>
          <p:cNvSpPr/>
          <p:nvPr/>
        </p:nvSpPr>
        <p:spPr>
          <a:xfrm rot="3900547">
            <a:off x="21185" y="-1232845"/>
            <a:ext cx="2768394" cy="5109452"/>
          </a:xfrm>
          <a:custGeom>
            <a:rect b="b" l="l" r="r" t="t"/>
            <a:pathLst>
              <a:path extrusionOk="0" h="5109452" w="2768394">
                <a:moveTo>
                  <a:pt x="0" y="0"/>
                </a:moveTo>
                <a:lnTo>
                  <a:pt x="2768394" y="0"/>
                </a:lnTo>
                <a:lnTo>
                  <a:pt x="2768394" y="5109452"/>
                </a:lnTo>
                <a:lnTo>
                  <a:pt x="0" y="510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1"/>
          <p:cNvSpPr/>
          <p:nvPr/>
        </p:nvSpPr>
        <p:spPr>
          <a:xfrm rot="7189528">
            <a:off x="8000079" y="6379420"/>
            <a:ext cx="3194724" cy="5198515"/>
          </a:xfrm>
          <a:custGeom>
            <a:rect b="b" l="l" r="r" t="t"/>
            <a:pathLst>
              <a:path extrusionOk="0" h="5198515" w="3194724">
                <a:moveTo>
                  <a:pt x="0" y="0"/>
                </a:moveTo>
                <a:lnTo>
                  <a:pt x="3194723" y="0"/>
                </a:lnTo>
                <a:lnTo>
                  <a:pt x="3194723" y="5198514"/>
                </a:lnTo>
                <a:lnTo>
                  <a:pt x="0" y="5198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1"/>
          <p:cNvSpPr txBox="1"/>
          <p:nvPr/>
        </p:nvSpPr>
        <p:spPr>
          <a:xfrm>
            <a:off x="1028700" y="3492957"/>
            <a:ext cx="9074602" cy="2632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{{TITULO}}</a:t>
            </a:r>
          </a:p>
        </p:txBody>
      </p:sp>
      <p:sp>
        <p:nvSpPr>
          <p:cNvPr id="103" name="Google Shape;103;p11"/>
          <p:cNvSpPr txBox="1"/>
          <p:nvPr/>
        </p:nvSpPr>
        <p:spPr>
          <a:xfrm>
            <a:off x="985702" y="6849375"/>
            <a:ext cx="251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{{NIVEL}}</a:t>
            </a:r>
          </a:p>
        </p:txBody>
      </p:sp>
      <p:sp>
        <p:nvSpPr>
          <p:cNvPr id="104" name="Google Shape;104;p11"/>
          <p:cNvSpPr txBox="1"/>
          <p:nvPr/>
        </p:nvSpPr>
        <p:spPr>
          <a:xfrm>
            <a:off x="3747800" y="6849375"/>
            <a:ext cx="36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{{MATERIA}}</a:t>
            </a:r>
          </a:p>
        </p:txBody>
      </p:sp>
      <p:sp>
        <p:nvSpPr>
          <p:cNvPr id="105" name="Google Shape;105;p11"/>
          <p:cNvSpPr/>
          <p:nvPr/>
        </p:nvSpPr>
        <p:spPr>
          <a:xfrm>
            <a:off x="10585395" y="2004820"/>
            <a:ext cx="6710677" cy="6182110"/>
          </a:xfrm>
          <a:custGeom>
            <a:rect b="b" l="l" r="r" t="t"/>
            <a:pathLst>
              <a:path extrusionOk="0" h="5911850" w="6417310">
                <a:moveTo>
                  <a:pt x="1215390" y="402590"/>
                </a:moveTo>
                <a:lnTo>
                  <a:pt x="177800" y="2192020"/>
                </a:lnTo>
                <a:cubicBezTo>
                  <a:pt x="0" y="2498090"/>
                  <a:pt x="43180" y="2884170"/>
                  <a:pt x="283210" y="3144520"/>
                </a:cubicBezTo>
                <a:lnTo>
                  <a:pt x="2594610" y="5651500"/>
                </a:lnTo>
                <a:cubicBezTo>
                  <a:pt x="2747010" y="5817870"/>
                  <a:pt x="2962910" y="5911850"/>
                  <a:pt x="3187700" y="5911850"/>
                </a:cubicBezTo>
                <a:lnTo>
                  <a:pt x="5609590" y="5911850"/>
                </a:lnTo>
                <a:cubicBezTo>
                  <a:pt x="6055360" y="5911850"/>
                  <a:pt x="6417310" y="5549900"/>
                  <a:pt x="6417310" y="5104130"/>
                </a:cubicBezTo>
                <a:lnTo>
                  <a:pt x="6417310" y="1891030"/>
                </a:lnTo>
                <a:cubicBezTo>
                  <a:pt x="6417310" y="1724660"/>
                  <a:pt x="6366510" y="1562100"/>
                  <a:pt x="6269990" y="1426210"/>
                </a:cubicBezTo>
                <a:lnTo>
                  <a:pt x="5507990" y="342900"/>
                </a:lnTo>
                <a:cubicBezTo>
                  <a:pt x="5356860" y="128270"/>
                  <a:pt x="5110480" y="0"/>
                  <a:pt x="4847590" y="0"/>
                </a:cubicBezTo>
                <a:lnTo>
                  <a:pt x="1913890" y="0"/>
                </a:lnTo>
                <a:cubicBezTo>
                  <a:pt x="1625600" y="0"/>
                  <a:pt x="1358900" y="153670"/>
                  <a:pt x="1215390" y="40259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0587" l="0" r="0" t="-3058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D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/>
          <p:nvPr/>
        </p:nvSpPr>
        <p:spPr>
          <a:xfrm>
            <a:off x="775070" y="619759"/>
            <a:ext cx="8014879" cy="9047481"/>
          </a:xfrm>
          <a:custGeom>
            <a:rect b="b" l="l" r="r" t="t"/>
            <a:pathLst>
              <a:path extrusionOk="0" h="2382876" w="2110915">
                <a:moveTo>
                  <a:pt x="38638" y="0"/>
                </a:moveTo>
                <a:lnTo>
                  <a:pt x="2072277" y="0"/>
                </a:lnTo>
                <a:cubicBezTo>
                  <a:pt x="2082524" y="0"/>
                  <a:pt x="2092352" y="4071"/>
                  <a:pt x="2099598" y="11317"/>
                </a:cubicBezTo>
                <a:cubicBezTo>
                  <a:pt x="2106844" y="18563"/>
                  <a:pt x="2110915" y="28390"/>
                  <a:pt x="2110915" y="38638"/>
                </a:cubicBezTo>
                <a:lnTo>
                  <a:pt x="2110915" y="2344238"/>
                </a:lnTo>
                <a:cubicBezTo>
                  <a:pt x="2110915" y="2365577"/>
                  <a:pt x="2093616" y="2382876"/>
                  <a:pt x="2072277" y="2382876"/>
                </a:cubicBezTo>
                <a:lnTo>
                  <a:pt x="38638" y="2382876"/>
                </a:lnTo>
                <a:cubicBezTo>
                  <a:pt x="17299" y="2382876"/>
                  <a:pt x="0" y="2365577"/>
                  <a:pt x="0" y="2344238"/>
                </a:cubicBezTo>
                <a:lnTo>
                  <a:pt x="0" y="38638"/>
                </a:lnTo>
                <a:cubicBezTo>
                  <a:pt x="0" y="17299"/>
                  <a:pt x="17299" y="0"/>
                  <a:pt x="38638" y="0"/>
                </a:cubicBezTo>
                <a:close/>
              </a:path>
            </a:pathLst>
          </a:custGeom>
          <a:solidFill>
            <a:srgbClr val="3A9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"/>
          <p:cNvSpPr txBox="1"/>
          <p:nvPr/>
        </p:nvSpPr>
        <p:spPr>
          <a:xfrm>
            <a:off x="775070" y="402768"/>
            <a:ext cx="8014879" cy="9264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12"/>
          <p:cNvGrpSpPr/>
          <p:nvPr/>
        </p:nvGrpSpPr>
        <p:grpSpPr>
          <a:xfrm>
            <a:off x="9788005" y="1661686"/>
            <a:ext cx="2635673" cy="1037767"/>
            <a:chOff x="0" y="-57150"/>
            <a:chExt cx="694169" cy="273321"/>
          </a:xfrm>
        </p:grpSpPr>
        <p:sp>
          <p:nvSpPr>
            <p:cNvPr id="113" name="Google Shape;113;p12"/>
            <p:cNvSpPr/>
            <p:nvPr/>
          </p:nvSpPr>
          <p:spPr>
            <a:xfrm>
              <a:off x="0" y="0"/>
              <a:ext cx="694169" cy="216171"/>
            </a:xfrm>
            <a:custGeom>
              <a:rect b="b" l="l" r="r" t="t"/>
              <a:pathLst>
                <a:path extrusionOk="0" h="216171" w="694169">
                  <a:moveTo>
                    <a:pt x="108086" y="0"/>
                  </a:moveTo>
                  <a:lnTo>
                    <a:pt x="586084" y="0"/>
                  </a:lnTo>
                  <a:cubicBezTo>
                    <a:pt x="614750" y="0"/>
                    <a:pt x="642242" y="11388"/>
                    <a:pt x="662512" y="31658"/>
                  </a:cubicBezTo>
                  <a:cubicBezTo>
                    <a:pt x="682782" y="51928"/>
                    <a:pt x="694169" y="79420"/>
                    <a:pt x="694169" y="108086"/>
                  </a:cubicBezTo>
                  <a:lnTo>
                    <a:pt x="694169" y="108086"/>
                  </a:lnTo>
                  <a:cubicBezTo>
                    <a:pt x="694169" y="136752"/>
                    <a:pt x="682782" y="164244"/>
                    <a:pt x="662512" y="184514"/>
                  </a:cubicBezTo>
                  <a:cubicBezTo>
                    <a:pt x="642242" y="204784"/>
                    <a:pt x="614750" y="216171"/>
                    <a:pt x="586084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F68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2"/>
            <p:cNvSpPr txBox="1"/>
            <p:nvPr/>
          </p:nvSpPr>
          <p:spPr>
            <a:xfrm>
              <a:off x="0" y="-57150"/>
              <a:ext cx="694169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2"/>
          <p:cNvGrpSpPr/>
          <p:nvPr/>
        </p:nvGrpSpPr>
        <p:grpSpPr>
          <a:xfrm>
            <a:off x="9788005" y="3839483"/>
            <a:ext cx="3424501" cy="1037767"/>
            <a:chOff x="0" y="-57150"/>
            <a:chExt cx="901926" cy="273321"/>
          </a:xfrm>
        </p:grpSpPr>
        <p:sp>
          <p:nvSpPr>
            <p:cNvPr id="116" name="Google Shape;116;p12"/>
            <p:cNvSpPr/>
            <p:nvPr/>
          </p:nvSpPr>
          <p:spPr>
            <a:xfrm>
              <a:off x="0" y="0"/>
              <a:ext cx="901926" cy="216171"/>
            </a:xfrm>
            <a:custGeom>
              <a:rect b="b" l="l" r="r" t="t"/>
              <a:pathLst>
                <a:path extrusionOk="0" h="216171" w="901926">
                  <a:moveTo>
                    <a:pt x="108086" y="0"/>
                  </a:moveTo>
                  <a:lnTo>
                    <a:pt x="793841" y="0"/>
                  </a:lnTo>
                  <a:cubicBezTo>
                    <a:pt x="822507" y="0"/>
                    <a:pt x="849999" y="11388"/>
                    <a:pt x="870269" y="31658"/>
                  </a:cubicBezTo>
                  <a:cubicBezTo>
                    <a:pt x="890539" y="51928"/>
                    <a:pt x="901926" y="79420"/>
                    <a:pt x="901926" y="108086"/>
                  </a:cubicBezTo>
                  <a:lnTo>
                    <a:pt x="901926" y="108086"/>
                  </a:lnTo>
                  <a:cubicBezTo>
                    <a:pt x="901926" y="136752"/>
                    <a:pt x="890539" y="164244"/>
                    <a:pt x="870269" y="184514"/>
                  </a:cubicBezTo>
                  <a:cubicBezTo>
                    <a:pt x="849999" y="204784"/>
                    <a:pt x="822507" y="216171"/>
                    <a:pt x="793841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C66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2"/>
            <p:cNvSpPr txBox="1"/>
            <p:nvPr/>
          </p:nvSpPr>
          <p:spPr>
            <a:xfrm>
              <a:off x="0" y="-57150"/>
              <a:ext cx="901926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2"/>
          <p:cNvGrpSpPr/>
          <p:nvPr/>
        </p:nvGrpSpPr>
        <p:grpSpPr>
          <a:xfrm>
            <a:off x="9788005" y="6196958"/>
            <a:ext cx="4673254" cy="1037767"/>
            <a:chOff x="0" y="-57150"/>
            <a:chExt cx="1230816" cy="273321"/>
          </a:xfrm>
        </p:grpSpPr>
        <p:sp>
          <p:nvSpPr>
            <p:cNvPr id="119" name="Google Shape;119;p12"/>
            <p:cNvSpPr/>
            <p:nvPr/>
          </p:nvSpPr>
          <p:spPr>
            <a:xfrm>
              <a:off x="0" y="0"/>
              <a:ext cx="1230816" cy="216171"/>
            </a:xfrm>
            <a:custGeom>
              <a:rect b="b" l="l" r="r" t="t"/>
              <a:pathLst>
                <a:path extrusionOk="0" h="216171" w="1230816">
                  <a:moveTo>
                    <a:pt x="108086" y="0"/>
                  </a:moveTo>
                  <a:lnTo>
                    <a:pt x="1122730" y="0"/>
                  </a:lnTo>
                  <a:cubicBezTo>
                    <a:pt x="1151396" y="0"/>
                    <a:pt x="1178888" y="11388"/>
                    <a:pt x="1199158" y="31658"/>
                  </a:cubicBezTo>
                  <a:cubicBezTo>
                    <a:pt x="1219428" y="51928"/>
                    <a:pt x="1230816" y="79420"/>
                    <a:pt x="1230816" y="108086"/>
                  </a:cubicBezTo>
                  <a:lnTo>
                    <a:pt x="1230816" y="108086"/>
                  </a:lnTo>
                  <a:cubicBezTo>
                    <a:pt x="1230816" y="136752"/>
                    <a:pt x="1219428" y="164244"/>
                    <a:pt x="1199158" y="184514"/>
                  </a:cubicBezTo>
                  <a:cubicBezTo>
                    <a:pt x="1178888" y="204784"/>
                    <a:pt x="1151396" y="216171"/>
                    <a:pt x="1122730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8CC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2"/>
            <p:cNvSpPr txBox="1"/>
            <p:nvPr/>
          </p:nvSpPr>
          <p:spPr>
            <a:xfrm>
              <a:off x="0" y="-57150"/>
              <a:ext cx="1230816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2"/>
          <p:cNvSpPr/>
          <p:nvPr/>
        </p:nvSpPr>
        <p:spPr>
          <a:xfrm>
            <a:off x="4782510" y="7234726"/>
            <a:ext cx="6079398" cy="5173015"/>
          </a:xfrm>
          <a:custGeom>
            <a:rect b="b" l="l" r="r" t="t"/>
            <a:pathLst>
              <a:path extrusionOk="0" h="5173015" w="6079398">
                <a:moveTo>
                  <a:pt x="0" y="0"/>
                </a:moveTo>
                <a:lnTo>
                  <a:pt x="6079397" y="0"/>
                </a:lnTo>
                <a:lnTo>
                  <a:pt x="6079397" y="5173014"/>
                </a:lnTo>
                <a:lnTo>
                  <a:pt x="0" y="517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2"/>
          <p:cNvSpPr/>
          <p:nvPr/>
        </p:nvSpPr>
        <p:spPr>
          <a:xfrm rot="-3471884">
            <a:off x="15212830" y="217770"/>
            <a:ext cx="4289501" cy="2877865"/>
          </a:xfrm>
          <a:custGeom>
            <a:rect b="b" l="l" r="r" t="t"/>
            <a:pathLst>
              <a:path extrusionOk="0" h="2877865" w="4289501">
                <a:moveTo>
                  <a:pt x="0" y="0"/>
                </a:moveTo>
                <a:lnTo>
                  <a:pt x="4289500" y="0"/>
                </a:lnTo>
                <a:lnTo>
                  <a:pt x="4289500" y="2877865"/>
                </a:lnTo>
                <a:lnTo>
                  <a:pt x="0" y="287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2"/>
          <p:cNvSpPr txBox="1"/>
          <p:nvPr/>
        </p:nvSpPr>
        <p:spPr>
          <a:xfrm>
            <a:off x="1380051" y="3213313"/>
            <a:ext cx="5826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{{SUM_TITULO}}</a:t>
            </a:r>
          </a:p>
        </p:txBody>
      </p:sp>
      <p:sp>
        <p:nvSpPr>
          <p:cNvPr id="124" name="Google Shape;124;p12"/>
          <p:cNvSpPr txBox="1"/>
          <p:nvPr/>
        </p:nvSpPr>
        <p:spPr>
          <a:xfrm>
            <a:off x="10099615" y="2972339"/>
            <a:ext cx="5121598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{{SUM_1}}</a:t>
            </a:r>
          </a:p>
        </p:txBody>
      </p:sp>
      <p:sp>
        <p:nvSpPr>
          <p:cNvPr id="125" name="Google Shape;125;p12"/>
          <p:cNvSpPr txBox="1"/>
          <p:nvPr/>
        </p:nvSpPr>
        <p:spPr>
          <a:xfrm>
            <a:off x="10040426" y="2043800"/>
            <a:ext cx="2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{{SUM_2}}</a:t>
            </a:r>
          </a:p>
        </p:txBody>
      </p:sp>
      <p:sp>
        <p:nvSpPr>
          <p:cNvPr id="126" name="Google Shape;126;p12"/>
          <p:cNvSpPr txBox="1"/>
          <p:nvPr/>
        </p:nvSpPr>
        <p:spPr>
          <a:xfrm>
            <a:off x="10099615" y="5148396"/>
            <a:ext cx="4066580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{{SUM_3}}</a:t>
            </a:r>
          </a:p>
        </p:txBody>
      </p:sp>
      <p:sp>
        <p:nvSpPr>
          <p:cNvPr id="127" name="Google Shape;127;p12"/>
          <p:cNvSpPr txBox="1"/>
          <p:nvPr/>
        </p:nvSpPr>
        <p:spPr>
          <a:xfrm>
            <a:off x="9915724" y="4222400"/>
            <a:ext cx="316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{{SUM_4}}</a:t>
            </a:r>
          </a:p>
        </p:txBody>
      </p:sp>
      <p:sp>
        <p:nvSpPr>
          <p:cNvPr id="128" name="Google Shape;128;p12"/>
          <p:cNvSpPr txBox="1"/>
          <p:nvPr/>
        </p:nvSpPr>
        <p:spPr>
          <a:xfrm>
            <a:off x="10099615" y="7505871"/>
            <a:ext cx="6857168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{{SUM_5}}</a:t>
            </a:r>
          </a:p>
        </p:txBody>
      </p:sp>
      <p:sp>
        <p:nvSpPr>
          <p:cNvPr id="129" name="Google Shape;129;p12"/>
          <p:cNvSpPr txBox="1"/>
          <p:nvPr/>
        </p:nvSpPr>
        <p:spPr>
          <a:xfrm>
            <a:off x="9597201" y="6579075"/>
            <a:ext cx="50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{{SUM_6}}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D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1506512" y="3018085"/>
            <a:ext cx="15274975" cy="1167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{{EST_TITULO}}</a:t>
            </a:r>
          </a:p>
        </p:txBody>
      </p:sp>
      <p:sp>
        <p:nvSpPr>
          <p:cNvPr id="135" name="Google Shape;135;p13"/>
          <p:cNvSpPr txBox="1"/>
          <p:nvPr/>
        </p:nvSpPr>
        <p:spPr>
          <a:xfrm>
            <a:off x="8423340" y="5101800"/>
            <a:ext cx="11583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{{EST_OR}}</a:t>
            </a:r>
          </a:p>
        </p:txBody>
      </p:sp>
      <p:grpSp>
        <p:nvGrpSpPr>
          <p:cNvPr id="136" name="Google Shape;136;p13"/>
          <p:cNvGrpSpPr/>
          <p:nvPr/>
        </p:nvGrpSpPr>
        <p:grpSpPr>
          <a:xfrm>
            <a:off x="1619478" y="4244692"/>
            <a:ext cx="6713472" cy="1933063"/>
            <a:chOff x="0" y="-57150"/>
            <a:chExt cx="949236" cy="273321"/>
          </a:xfrm>
        </p:grpSpPr>
        <p:sp>
          <p:nvSpPr>
            <p:cNvPr id="137" name="Google Shape;137;p13"/>
            <p:cNvSpPr/>
            <p:nvPr/>
          </p:nvSpPr>
          <p:spPr>
            <a:xfrm>
              <a:off x="0" y="0"/>
              <a:ext cx="949236" cy="216171"/>
            </a:xfrm>
            <a:custGeom>
              <a:rect b="b" l="l" r="r" t="t"/>
              <a:pathLst>
                <a:path extrusionOk="0" h="216171" w="949236">
                  <a:moveTo>
                    <a:pt x="108086" y="0"/>
                  </a:moveTo>
                  <a:lnTo>
                    <a:pt x="841150" y="0"/>
                  </a:lnTo>
                  <a:cubicBezTo>
                    <a:pt x="869816" y="0"/>
                    <a:pt x="897308" y="11388"/>
                    <a:pt x="917578" y="31658"/>
                  </a:cubicBezTo>
                  <a:cubicBezTo>
                    <a:pt x="937848" y="51928"/>
                    <a:pt x="949236" y="79420"/>
                    <a:pt x="949236" y="108086"/>
                  </a:cubicBezTo>
                  <a:lnTo>
                    <a:pt x="949236" y="108086"/>
                  </a:lnTo>
                  <a:cubicBezTo>
                    <a:pt x="949236" y="136752"/>
                    <a:pt x="937848" y="164244"/>
                    <a:pt x="917578" y="184514"/>
                  </a:cubicBezTo>
                  <a:cubicBezTo>
                    <a:pt x="897308" y="204784"/>
                    <a:pt x="869816" y="216171"/>
                    <a:pt x="841150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F68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 txBox="1"/>
            <p:nvPr/>
          </p:nvSpPr>
          <p:spPr>
            <a:xfrm>
              <a:off x="0" y="-57150"/>
              <a:ext cx="949236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3"/>
          <p:cNvGrpSpPr/>
          <p:nvPr/>
        </p:nvGrpSpPr>
        <p:grpSpPr>
          <a:xfrm>
            <a:off x="9740607" y="3999751"/>
            <a:ext cx="6937439" cy="2422950"/>
            <a:chOff x="0" y="-57150"/>
            <a:chExt cx="980900" cy="342586"/>
          </a:xfrm>
        </p:grpSpPr>
        <p:sp>
          <p:nvSpPr>
            <p:cNvPr id="140" name="Google Shape;140;p13"/>
            <p:cNvSpPr/>
            <p:nvPr/>
          </p:nvSpPr>
          <p:spPr>
            <a:xfrm>
              <a:off x="0" y="0"/>
              <a:ext cx="980900" cy="285436"/>
            </a:xfrm>
            <a:custGeom>
              <a:rect b="b" l="l" r="r" t="t"/>
              <a:pathLst>
                <a:path extrusionOk="0" h="285436" w="980900">
                  <a:moveTo>
                    <a:pt x="111596" y="0"/>
                  </a:moveTo>
                  <a:lnTo>
                    <a:pt x="869304" y="0"/>
                  </a:lnTo>
                  <a:cubicBezTo>
                    <a:pt x="930936" y="0"/>
                    <a:pt x="980900" y="49963"/>
                    <a:pt x="980900" y="111596"/>
                  </a:cubicBezTo>
                  <a:lnTo>
                    <a:pt x="980900" y="173840"/>
                  </a:lnTo>
                  <a:cubicBezTo>
                    <a:pt x="980900" y="203437"/>
                    <a:pt x="969142" y="231822"/>
                    <a:pt x="948214" y="252750"/>
                  </a:cubicBezTo>
                  <a:cubicBezTo>
                    <a:pt x="927286" y="273679"/>
                    <a:pt x="898901" y="285436"/>
                    <a:pt x="869304" y="285436"/>
                  </a:cubicBezTo>
                  <a:lnTo>
                    <a:pt x="111596" y="285436"/>
                  </a:lnTo>
                  <a:cubicBezTo>
                    <a:pt x="81999" y="285436"/>
                    <a:pt x="53614" y="273679"/>
                    <a:pt x="32686" y="252750"/>
                  </a:cubicBezTo>
                  <a:cubicBezTo>
                    <a:pt x="11757" y="231822"/>
                    <a:pt x="0" y="203437"/>
                    <a:pt x="0" y="173840"/>
                  </a:cubicBezTo>
                  <a:lnTo>
                    <a:pt x="0" y="111596"/>
                  </a:lnTo>
                  <a:cubicBezTo>
                    <a:pt x="0" y="81999"/>
                    <a:pt x="11757" y="53614"/>
                    <a:pt x="32686" y="32686"/>
                  </a:cubicBezTo>
                  <a:cubicBezTo>
                    <a:pt x="53614" y="11757"/>
                    <a:pt x="81999" y="0"/>
                    <a:pt x="111596" y="0"/>
                  </a:cubicBezTo>
                  <a:close/>
                </a:path>
              </a:pathLst>
            </a:custGeom>
            <a:solidFill>
              <a:srgbClr val="C66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0" y="-57150"/>
              <a:ext cx="980900" cy="34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3"/>
          <p:cNvSpPr txBox="1"/>
          <p:nvPr/>
        </p:nvSpPr>
        <p:spPr>
          <a:xfrm>
            <a:off x="1135025" y="5001900"/>
            <a:ext cx="7682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{{EST_OPC1}}</a:t>
            </a:r>
          </a:p>
        </p:txBody>
      </p:sp>
      <p:sp>
        <p:nvSpPr>
          <p:cNvPr id="143" name="Google Shape;143;p13"/>
          <p:cNvSpPr txBox="1"/>
          <p:nvPr/>
        </p:nvSpPr>
        <p:spPr>
          <a:xfrm>
            <a:off x="9934888" y="4743899"/>
            <a:ext cx="654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{{EST_OPC2}}</a:t>
            </a:r>
          </a:p>
        </p:txBody>
      </p:sp>
      <p:sp>
        <p:nvSpPr>
          <p:cNvPr id="144" name="Google Shape;144;p13"/>
          <p:cNvSpPr/>
          <p:nvPr/>
        </p:nvSpPr>
        <p:spPr>
          <a:xfrm rot="557317">
            <a:off x="-1417308" y="3942690"/>
            <a:ext cx="3893264" cy="6335194"/>
          </a:xfrm>
          <a:custGeom>
            <a:rect b="b" l="l" r="r" t="t"/>
            <a:pathLst>
              <a:path extrusionOk="0" h="6335194" w="3893264">
                <a:moveTo>
                  <a:pt x="0" y="0"/>
                </a:moveTo>
                <a:lnTo>
                  <a:pt x="3893265" y="0"/>
                </a:lnTo>
                <a:lnTo>
                  <a:pt x="3893265" y="6335194"/>
                </a:lnTo>
                <a:lnTo>
                  <a:pt x="0" y="6335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3"/>
          <p:cNvSpPr/>
          <p:nvPr/>
        </p:nvSpPr>
        <p:spPr>
          <a:xfrm rot="-4089260">
            <a:off x="16113811" y="-509373"/>
            <a:ext cx="3241085" cy="5981869"/>
          </a:xfrm>
          <a:custGeom>
            <a:rect b="b" l="l" r="r" t="t"/>
            <a:pathLst>
              <a:path extrusionOk="0" h="5981869" w="3241085">
                <a:moveTo>
                  <a:pt x="0" y="0"/>
                </a:moveTo>
                <a:lnTo>
                  <a:pt x="3241085" y="0"/>
                </a:lnTo>
                <a:lnTo>
                  <a:pt x="3241085" y="5981869"/>
                </a:lnTo>
                <a:lnTo>
                  <a:pt x="0" y="5981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3"/>
          <p:cNvSpPr txBox="1"/>
          <p:nvPr/>
        </p:nvSpPr>
        <p:spPr>
          <a:xfrm>
            <a:off x="5459326" y="7168700"/>
            <a:ext cx="708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{{EST_NOTAS}}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C3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4"/>
          <p:cNvGrpSpPr/>
          <p:nvPr/>
        </p:nvGrpSpPr>
        <p:grpSpPr>
          <a:xfrm>
            <a:off x="657670" y="475098"/>
            <a:ext cx="16972660" cy="9192142"/>
            <a:chOff x="0" y="-38100"/>
            <a:chExt cx="4470166" cy="2420976"/>
          </a:xfrm>
        </p:grpSpPr>
        <p:sp>
          <p:nvSpPr>
            <p:cNvPr id="152" name="Google Shape;152;p14"/>
            <p:cNvSpPr/>
            <p:nvPr/>
          </p:nvSpPr>
          <p:spPr>
            <a:xfrm>
              <a:off x="0" y="0"/>
              <a:ext cx="4470166" cy="2382876"/>
            </a:xfrm>
            <a:custGeom>
              <a:rect b="b" l="l" r="r" t="t"/>
              <a:pathLst>
                <a:path extrusionOk="0" h="2382876" w="4470166">
                  <a:moveTo>
                    <a:pt x="18246" y="0"/>
                  </a:moveTo>
                  <a:lnTo>
                    <a:pt x="4451920" y="0"/>
                  </a:lnTo>
                  <a:cubicBezTo>
                    <a:pt x="4456759" y="0"/>
                    <a:pt x="4461400" y="1922"/>
                    <a:pt x="4464822" y="5344"/>
                  </a:cubicBezTo>
                  <a:cubicBezTo>
                    <a:pt x="4468243" y="8766"/>
                    <a:pt x="4470166" y="13407"/>
                    <a:pt x="4470166" y="18246"/>
                  </a:cubicBezTo>
                  <a:lnTo>
                    <a:pt x="4470166" y="2364630"/>
                  </a:lnTo>
                  <a:cubicBezTo>
                    <a:pt x="4470166" y="2374707"/>
                    <a:pt x="4461997" y="2382876"/>
                    <a:pt x="4451920" y="2382876"/>
                  </a:cubicBezTo>
                  <a:lnTo>
                    <a:pt x="18246" y="2382876"/>
                  </a:lnTo>
                  <a:cubicBezTo>
                    <a:pt x="8169" y="2382876"/>
                    <a:pt x="0" y="2374707"/>
                    <a:pt x="0" y="2364630"/>
                  </a:cubicBezTo>
                  <a:lnTo>
                    <a:pt x="0" y="18246"/>
                  </a:lnTo>
                  <a:cubicBezTo>
                    <a:pt x="0" y="8169"/>
                    <a:pt x="8169" y="0"/>
                    <a:pt x="18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 txBox="1"/>
            <p:nvPr/>
          </p:nvSpPr>
          <p:spPr>
            <a:xfrm>
              <a:off x="0" y="-38100"/>
              <a:ext cx="4470166" cy="2420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4"/>
          <p:cNvSpPr txBox="1"/>
          <p:nvPr/>
        </p:nvSpPr>
        <p:spPr>
          <a:xfrm>
            <a:off x="1704050" y="1758675"/>
            <a:ext cx="6597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{{CARAC_TITULO}}</a:t>
            </a:r>
          </a:p>
        </p:txBody>
      </p:sp>
      <p:sp>
        <p:nvSpPr>
          <p:cNvPr id="155" name="Google Shape;155;p14"/>
          <p:cNvSpPr txBox="1"/>
          <p:nvPr/>
        </p:nvSpPr>
        <p:spPr>
          <a:xfrm>
            <a:off x="8781343" y="1929043"/>
            <a:ext cx="64818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{{CARAC_INTRO}}</a:t>
            </a:r>
          </a:p>
        </p:txBody>
      </p:sp>
      <p:grpSp>
        <p:nvGrpSpPr>
          <p:cNvPr id="156" name="Google Shape;156;p14"/>
          <p:cNvGrpSpPr/>
          <p:nvPr/>
        </p:nvGrpSpPr>
        <p:grpSpPr>
          <a:xfrm>
            <a:off x="1704053" y="3412653"/>
            <a:ext cx="5043864" cy="1182310"/>
            <a:chOff x="0" y="-57150"/>
            <a:chExt cx="1166019" cy="273321"/>
          </a:xfrm>
        </p:grpSpPr>
        <p:sp>
          <p:nvSpPr>
            <p:cNvPr id="157" name="Google Shape;157;p14"/>
            <p:cNvSpPr/>
            <p:nvPr/>
          </p:nvSpPr>
          <p:spPr>
            <a:xfrm>
              <a:off x="0" y="0"/>
              <a:ext cx="1166019" cy="216171"/>
            </a:xfrm>
            <a:custGeom>
              <a:rect b="b" l="l" r="r" t="t"/>
              <a:pathLst>
                <a:path extrusionOk="0" h="216171" w="1166019">
                  <a:moveTo>
                    <a:pt x="108086" y="0"/>
                  </a:moveTo>
                  <a:lnTo>
                    <a:pt x="1057934" y="0"/>
                  </a:lnTo>
                  <a:cubicBezTo>
                    <a:pt x="1086600" y="0"/>
                    <a:pt x="1114092" y="11388"/>
                    <a:pt x="1134362" y="31658"/>
                  </a:cubicBezTo>
                  <a:cubicBezTo>
                    <a:pt x="1154632" y="51928"/>
                    <a:pt x="1166019" y="79420"/>
                    <a:pt x="1166019" y="108086"/>
                  </a:cubicBezTo>
                  <a:lnTo>
                    <a:pt x="1166019" y="108086"/>
                  </a:lnTo>
                  <a:cubicBezTo>
                    <a:pt x="1166019" y="136752"/>
                    <a:pt x="1154632" y="164244"/>
                    <a:pt x="1134362" y="184514"/>
                  </a:cubicBezTo>
                  <a:cubicBezTo>
                    <a:pt x="1114092" y="204784"/>
                    <a:pt x="1086600" y="216171"/>
                    <a:pt x="1057934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F68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 txBox="1"/>
            <p:nvPr/>
          </p:nvSpPr>
          <p:spPr>
            <a:xfrm>
              <a:off x="0" y="-57150"/>
              <a:ext cx="1166019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4"/>
          <p:cNvGrpSpPr/>
          <p:nvPr/>
        </p:nvGrpSpPr>
        <p:grpSpPr>
          <a:xfrm>
            <a:off x="5521794" y="4877235"/>
            <a:ext cx="7244411" cy="1182310"/>
            <a:chOff x="0" y="-57150"/>
            <a:chExt cx="1674733" cy="273321"/>
          </a:xfrm>
        </p:grpSpPr>
        <p:sp>
          <p:nvSpPr>
            <p:cNvPr id="160" name="Google Shape;160;p14"/>
            <p:cNvSpPr/>
            <p:nvPr/>
          </p:nvSpPr>
          <p:spPr>
            <a:xfrm>
              <a:off x="0" y="0"/>
              <a:ext cx="1674733" cy="216171"/>
            </a:xfrm>
            <a:custGeom>
              <a:rect b="b" l="l" r="r" t="t"/>
              <a:pathLst>
                <a:path extrusionOk="0" h="216171" w="1674733">
                  <a:moveTo>
                    <a:pt x="106867" y="0"/>
                  </a:moveTo>
                  <a:lnTo>
                    <a:pt x="1567865" y="0"/>
                  </a:lnTo>
                  <a:cubicBezTo>
                    <a:pt x="1596208" y="0"/>
                    <a:pt x="1623391" y="11259"/>
                    <a:pt x="1643432" y="31301"/>
                  </a:cubicBezTo>
                  <a:cubicBezTo>
                    <a:pt x="1663474" y="51342"/>
                    <a:pt x="1674733" y="78524"/>
                    <a:pt x="1674733" y="106867"/>
                  </a:cubicBezTo>
                  <a:lnTo>
                    <a:pt x="1674733" y="109304"/>
                  </a:lnTo>
                  <a:cubicBezTo>
                    <a:pt x="1674733" y="168325"/>
                    <a:pt x="1626887" y="216171"/>
                    <a:pt x="1567865" y="216171"/>
                  </a:cubicBezTo>
                  <a:lnTo>
                    <a:pt x="106867" y="216171"/>
                  </a:lnTo>
                  <a:cubicBezTo>
                    <a:pt x="78524" y="216171"/>
                    <a:pt x="51342" y="204912"/>
                    <a:pt x="31301" y="184870"/>
                  </a:cubicBezTo>
                  <a:cubicBezTo>
                    <a:pt x="11259" y="164829"/>
                    <a:pt x="0" y="137647"/>
                    <a:pt x="0" y="109304"/>
                  </a:cubicBezTo>
                  <a:lnTo>
                    <a:pt x="0" y="106867"/>
                  </a:lnTo>
                  <a:cubicBezTo>
                    <a:pt x="0" y="78524"/>
                    <a:pt x="11259" y="51342"/>
                    <a:pt x="31301" y="31301"/>
                  </a:cubicBezTo>
                  <a:cubicBezTo>
                    <a:pt x="51342" y="11259"/>
                    <a:pt x="78524" y="0"/>
                    <a:pt x="106867" y="0"/>
                  </a:cubicBezTo>
                  <a:close/>
                </a:path>
              </a:pathLst>
            </a:custGeom>
            <a:solidFill>
              <a:srgbClr val="3A9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 txBox="1"/>
            <p:nvPr/>
          </p:nvSpPr>
          <p:spPr>
            <a:xfrm>
              <a:off x="0" y="-57150"/>
              <a:ext cx="1674733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4"/>
          <p:cNvGrpSpPr/>
          <p:nvPr/>
        </p:nvGrpSpPr>
        <p:grpSpPr>
          <a:xfrm>
            <a:off x="9945483" y="3412653"/>
            <a:ext cx="6638463" cy="1182310"/>
            <a:chOff x="0" y="-57150"/>
            <a:chExt cx="1534652" cy="273321"/>
          </a:xfrm>
        </p:grpSpPr>
        <p:sp>
          <p:nvSpPr>
            <p:cNvPr id="163" name="Google Shape;163;p14"/>
            <p:cNvSpPr/>
            <p:nvPr/>
          </p:nvSpPr>
          <p:spPr>
            <a:xfrm>
              <a:off x="0" y="0"/>
              <a:ext cx="1534652" cy="216171"/>
            </a:xfrm>
            <a:custGeom>
              <a:rect b="b" l="l" r="r" t="t"/>
              <a:pathLst>
                <a:path extrusionOk="0" h="216171" w="1534652">
                  <a:moveTo>
                    <a:pt x="108086" y="0"/>
                  </a:moveTo>
                  <a:lnTo>
                    <a:pt x="1426567" y="0"/>
                  </a:lnTo>
                  <a:cubicBezTo>
                    <a:pt x="1455233" y="0"/>
                    <a:pt x="1482725" y="11388"/>
                    <a:pt x="1502995" y="31658"/>
                  </a:cubicBezTo>
                  <a:cubicBezTo>
                    <a:pt x="1523265" y="51928"/>
                    <a:pt x="1534652" y="79420"/>
                    <a:pt x="1534652" y="108086"/>
                  </a:cubicBezTo>
                  <a:lnTo>
                    <a:pt x="1534652" y="108086"/>
                  </a:lnTo>
                  <a:cubicBezTo>
                    <a:pt x="1534652" y="136752"/>
                    <a:pt x="1523265" y="164244"/>
                    <a:pt x="1502995" y="184514"/>
                  </a:cubicBezTo>
                  <a:cubicBezTo>
                    <a:pt x="1482725" y="204784"/>
                    <a:pt x="1455233" y="216171"/>
                    <a:pt x="1426567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C66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 txBox="1"/>
            <p:nvPr/>
          </p:nvSpPr>
          <p:spPr>
            <a:xfrm>
              <a:off x="0" y="-57150"/>
              <a:ext cx="1534652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4"/>
          <p:cNvGrpSpPr/>
          <p:nvPr/>
        </p:nvGrpSpPr>
        <p:grpSpPr>
          <a:xfrm>
            <a:off x="1704053" y="6545755"/>
            <a:ext cx="6045810" cy="1182310"/>
            <a:chOff x="0" y="-57150"/>
            <a:chExt cx="1397645" cy="273321"/>
          </a:xfrm>
        </p:grpSpPr>
        <p:sp>
          <p:nvSpPr>
            <p:cNvPr id="166" name="Google Shape;166;p14"/>
            <p:cNvSpPr/>
            <p:nvPr/>
          </p:nvSpPr>
          <p:spPr>
            <a:xfrm>
              <a:off x="0" y="0"/>
              <a:ext cx="1397645" cy="216171"/>
            </a:xfrm>
            <a:custGeom>
              <a:rect b="b" l="l" r="r" t="t"/>
              <a:pathLst>
                <a:path extrusionOk="0" h="216171" w="1397645">
                  <a:moveTo>
                    <a:pt x="108086" y="0"/>
                  </a:moveTo>
                  <a:lnTo>
                    <a:pt x="1289559" y="0"/>
                  </a:lnTo>
                  <a:cubicBezTo>
                    <a:pt x="1318226" y="0"/>
                    <a:pt x="1345718" y="11388"/>
                    <a:pt x="1365988" y="31658"/>
                  </a:cubicBezTo>
                  <a:cubicBezTo>
                    <a:pt x="1386258" y="51928"/>
                    <a:pt x="1397645" y="79420"/>
                    <a:pt x="1397645" y="108086"/>
                  </a:cubicBezTo>
                  <a:lnTo>
                    <a:pt x="1397645" y="108086"/>
                  </a:lnTo>
                  <a:cubicBezTo>
                    <a:pt x="1397645" y="136752"/>
                    <a:pt x="1386258" y="164244"/>
                    <a:pt x="1365988" y="184514"/>
                  </a:cubicBezTo>
                  <a:cubicBezTo>
                    <a:pt x="1345718" y="204784"/>
                    <a:pt x="1318226" y="216171"/>
                    <a:pt x="1289559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8CC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 txBox="1"/>
            <p:nvPr/>
          </p:nvSpPr>
          <p:spPr>
            <a:xfrm>
              <a:off x="0" y="-57150"/>
              <a:ext cx="1397645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4"/>
          <p:cNvGrpSpPr/>
          <p:nvPr/>
        </p:nvGrpSpPr>
        <p:grpSpPr>
          <a:xfrm>
            <a:off x="9408247" y="6550012"/>
            <a:ext cx="7175699" cy="1182310"/>
            <a:chOff x="0" y="-57150"/>
            <a:chExt cx="1658848" cy="273321"/>
          </a:xfrm>
        </p:grpSpPr>
        <p:sp>
          <p:nvSpPr>
            <p:cNvPr id="169" name="Google Shape;169;p14"/>
            <p:cNvSpPr/>
            <p:nvPr/>
          </p:nvSpPr>
          <p:spPr>
            <a:xfrm>
              <a:off x="0" y="0"/>
              <a:ext cx="1658848" cy="216171"/>
            </a:xfrm>
            <a:custGeom>
              <a:rect b="b" l="l" r="r" t="t"/>
              <a:pathLst>
                <a:path extrusionOk="0" h="216171" w="1658848">
                  <a:moveTo>
                    <a:pt x="107891" y="0"/>
                  </a:moveTo>
                  <a:lnTo>
                    <a:pt x="1550957" y="0"/>
                  </a:lnTo>
                  <a:cubicBezTo>
                    <a:pt x="1610544" y="0"/>
                    <a:pt x="1658848" y="48304"/>
                    <a:pt x="1658848" y="107891"/>
                  </a:cubicBezTo>
                  <a:lnTo>
                    <a:pt x="1658848" y="108280"/>
                  </a:lnTo>
                  <a:cubicBezTo>
                    <a:pt x="1658848" y="167867"/>
                    <a:pt x="1610544" y="216171"/>
                    <a:pt x="1550957" y="216171"/>
                  </a:cubicBezTo>
                  <a:lnTo>
                    <a:pt x="107891" y="216171"/>
                  </a:lnTo>
                  <a:cubicBezTo>
                    <a:pt x="48304" y="216171"/>
                    <a:pt x="0" y="167867"/>
                    <a:pt x="0" y="108280"/>
                  </a:cubicBezTo>
                  <a:lnTo>
                    <a:pt x="0" y="107891"/>
                  </a:lnTo>
                  <a:cubicBezTo>
                    <a:pt x="0" y="48304"/>
                    <a:pt x="48304" y="0"/>
                    <a:pt x="107891" y="0"/>
                  </a:cubicBezTo>
                  <a:close/>
                </a:path>
              </a:pathLst>
            </a:custGeom>
            <a:solidFill>
              <a:srgbClr val="B2DB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 txBox="1"/>
            <p:nvPr/>
          </p:nvSpPr>
          <p:spPr>
            <a:xfrm>
              <a:off x="0" y="-57150"/>
              <a:ext cx="1658848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4"/>
          <p:cNvSpPr txBox="1"/>
          <p:nvPr/>
        </p:nvSpPr>
        <p:spPr>
          <a:xfrm>
            <a:off x="1756513" y="3864475"/>
            <a:ext cx="49389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{{CARAC_1}}</a:t>
            </a:r>
          </a:p>
        </p:txBody>
      </p:sp>
      <p:sp>
        <p:nvSpPr>
          <p:cNvPr id="172" name="Google Shape;172;p14"/>
          <p:cNvSpPr txBox="1"/>
          <p:nvPr/>
        </p:nvSpPr>
        <p:spPr>
          <a:xfrm>
            <a:off x="5449800" y="5329050"/>
            <a:ext cx="73884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{{CARAC_2}}</a:t>
            </a:r>
          </a:p>
        </p:txBody>
      </p:sp>
      <p:sp>
        <p:nvSpPr>
          <p:cNvPr id="173" name="Google Shape;173;p14"/>
          <p:cNvSpPr txBox="1"/>
          <p:nvPr/>
        </p:nvSpPr>
        <p:spPr>
          <a:xfrm>
            <a:off x="9642524" y="3864475"/>
            <a:ext cx="72444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{{CARAC_3}}</a:t>
            </a:r>
          </a:p>
        </p:txBody>
      </p:sp>
      <p:sp>
        <p:nvSpPr>
          <p:cNvPr id="174" name="Google Shape;174;p14"/>
          <p:cNvSpPr txBox="1"/>
          <p:nvPr/>
        </p:nvSpPr>
        <p:spPr>
          <a:xfrm>
            <a:off x="1704076" y="7001825"/>
            <a:ext cx="60459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{{CARAC_4}}</a:t>
            </a:r>
          </a:p>
        </p:txBody>
      </p:sp>
      <p:sp>
        <p:nvSpPr>
          <p:cNvPr id="175" name="Google Shape;175;p14"/>
          <p:cNvSpPr txBox="1"/>
          <p:nvPr/>
        </p:nvSpPr>
        <p:spPr>
          <a:xfrm>
            <a:off x="9218701" y="7001825"/>
            <a:ext cx="75549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{{CARAC_5}}</a:t>
            </a:r>
          </a:p>
        </p:txBody>
      </p:sp>
      <p:sp>
        <p:nvSpPr>
          <p:cNvPr id="176" name="Google Shape;176;p14"/>
          <p:cNvSpPr/>
          <p:nvPr/>
        </p:nvSpPr>
        <p:spPr>
          <a:xfrm rot="-1009680">
            <a:off x="-1487080" y="8291608"/>
            <a:ext cx="4289501" cy="2877865"/>
          </a:xfrm>
          <a:custGeom>
            <a:rect b="b" l="l" r="r" t="t"/>
            <a:pathLst>
              <a:path extrusionOk="0" h="2877865" w="4289501">
                <a:moveTo>
                  <a:pt x="0" y="0"/>
                </a:moveTo>
                <a:lnTo>
                  <a:pt x="4289500" y="0"/>
                </a:lnTo>
                <a:lnTo>
                  <a:pt x="4289500" y="2877865"/>
                </a:lnTo>
                <a:lnTo>
                  <a:pt x="0" y="287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4"/>
          <p:cNvSpPr/>
          <p:nvPr/>
        </p:nvSpPr>
        <p:spPr>
          <a:xfrm rot="-1964015">
            <a:off x="15764753" y="-979610"/>
            <a:ext cx="4402988" cy="3746543"/>
          </a:xfrm>
          <a:custGeom>
            <a:rect b="b" l="l" r="r" t="t"/>
            <a:pathLst>
              <a:path extrusionOk="0" h="3746543" w="4402988">
                <a:moveTo>
                  <a:pt x="0" y="0"/>
                </a:moveTo>
                <a:lnTo>
                  <a:pt x="4402988" y="0"/>
                </a:lnTo>
                <a:lnTo>
                  <a:pt x="4402988" y="3746543"/>
                </a:lnTo>
                <a:lnTo>
                  <a:pt x="0" y="3746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8654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6"/>
          <p:cNvGrpSpPr/>
          <p:nvPr/>
        </p:nvGrpSpPr>
        <p:grpSpPr>
          <a:xfrm>
            <a:off x="657670" y="475098"/>
            <a:ext cx="16972660" cy="9192142"/>
            <a:chOff x="0" y="-38100"/>
            <a:chExt cx="4470166" cy="2420976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4470166" cy="2382876"/>
            </a:xfrm>
            <a:custGeom>
              <a:rect b="b" l="l" r="r" t="t"/>
              <a:pathLst>
                <a:path extrusionOk="0" h="2382876" w="4470166">
                  <a:moveTo>
                    <a:pt x="18246" y="0"/>
                  </a:moveTo>
                  <a:lnTo>
                    <a:pt x="4451920" y="0"/>
                  </a:lnTo>
                  <a:cubicBezTo>
                    <a:pt x="4456759" y="0"/>
                    <a:pt x="4461400" y="1922"/>
                    <a:pt x="4464822" y="5344"/>
                  </a:cubicBezTo>
                  <a:cubicBezTo>
                    <a:pt x="4468243" y="8766"/>
                    <a:pt x="4470166" y="13407"/>
                    <a:pt x="4470166" y="18246"/>
                  </a:cubicBezTo>
                  <a:lnTo>
                    <a:pt x="4470166" y="2364630"/>
                  </a:lnTo>
                  <a:cubicBezTo>
                    <a:pt x="4470166" y="2374707"/>
                    <a:pt x="4461997" y="2382876"/>
                    <a:pt x="4451920" y="2382876"/>
                  </a:cubicBezTo>
                  <a:lnTo>
                    <a:pt x="18246" y="2382876"/>
                  </a:lnTo>
                  <a:cubicBezTo>
                    <a:pt x="8169" y="2382876"/>
                    <a:pt x="0" y="2374707"/>
                    <a:pt x="0" y="2364630"/>
                  </a:cubicBezTo>
                  <a:lnTo>
                    <a:pt x="0" y="18246"/>
                  </a:lnTo>
                  <a:cubicBezTo>
                    <a:pt x="0" y="8169"/>
                    <a:pt x="8169" y="0"/>
                    <a:pt x="18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6"/>
            <p:cNvSpPr txBox="1"/>
            <p:nvPr/>
          </p:nvSpPr>
          <p:spPr>
            <a:xfrm>
              <a:off x="0" y="-38100"/>
              <a:ext cx="4470166" cy="2420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6"/>
          <p:cNvSpPr/>
          <p:nvPr/>
        </p:nvSpPr>
        <p:spPr>
          <a:xfrm rot="-1009680">
            <a:off x="-1487080" y="8291608"/>
            <a:ext cx="4289501" cy="2877865"/>
          </a:xfrm>
          <a:custGeom>
            <a:rect b="b" l="l" r="r" t="t"/>
            <a:pathLst>
              <a:path extrusionOk="0" h="2877865" w="4289501">
                <a:moveTo>
                  <a:pt x="0" y="0"/>
                </a:moveTo>
                <a:lnTo>
                  <a:pt x="4289500" y="0"/>
                </a:lnTo>
                <a:lnTo>
                  <a:pt x="4289500" y="2877865"/>
                </a:lnTo>
                <a:lnTo>
                  <a:pt x="0" y="287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6"/>
          <p:cNvSpPr/>
          <p:nvPr/>
        </p:nvSpPr>
        <p:spPr>
          <a:xfrm rot="-1964015">
            <a:off x="15764753" y="-979610"/>
            <a:ext cx="4402988" cy="3746543"/>
          </a:xfrm>
          <a:custGeom>
            <a:rect b="b" l="l" r="r" t="t"/>
            <a:pathLst>
              <a:path extrusionOk="0" h="3746543" w="4402988">
                <a:moveTo>
                  <a:pt x="0" y="0"/>
                </a:moveTo>
                <a:lnTo>
                  <a:pt x="4402988" y="0"/>
                </a:lnTo>
                <a:lnTo>
                  <a:pt x="4402988" y="3746543"/>
                </a:lnTo>
                <a:lnTo>
                  <a:pt x="0" y="3746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0" name="Google Shape;200;p16"/>
          <p:cNvGrpSpPr/>
          <p:nvPr/>
        </p:nvGrpSpPr>
        <p:grpSpPr>
          <a:xfrm>
            <a:off x="8218805" y="969769"/>
            <a:ext cx="3795845" cy="4015672"/>
            <a:chOff x="0" y="-57150"/>
            <a:chExt cx="999729" cy="1057626"/>
          </a:xfrm>
        </p:grpSpPr>
        <p:sp>
          <p:nvSpPr>
            <p:cNvPr id="201" name="Google Shape;201;p16"/>
            <p:cNvSpPr/>
            <p:nvPr/>
          </p:nvSpPr>
          <p:spPr>
            <a:xfrm>
              <a:off x="0" y="0"/>
              <a:ext cx="999729" cy="1000476"/>
            </a:xfrm>
            <a:custGeom>
              <a:rect b="b" l="l" r="r" t="t"/>
              <a:pathLst>
                <a:path extrusionOk="0" h="1000476" w="999729">
                  <a:moveTo>
                    <a:pt x="81583" y="0"/>
                  </a:moveTo>
                  <a:lnTo>
                    <a:pt x="918146" y="0"/>
                  </a:lnTo>
                  <a:cubicBezTo>
                    <a:pt x="939783" y="0"/>
                    <a:pt x="960534" y="8595"/>
                    <a:pt x="975834" y="23895"/>
                  </a:cubicBezTo>
                  <a:cubicBezTo>
                    <a:pt x="991133" y="39195"/>
                    <a:pt x="999729" y="59946"/>
                    <a:pt x="999729" y="81583"/>
                  </a:cubicBezTo>
                  <a:lnTo>
                    <a:pt x="999729" y="918892"/>
                  </a:lnTo>
                  <a:cubicBezTo>
                    <a:pt x="999729" y="963950"/>
                    <a:pt x="963203" y="1000476"/>
                    <a:pt x="918146" y="1000476"/>
                  </a:cubicBezTo>
                  <a:lnTo>
                    <a:pt x="81583" y="1000476"/>
                  </a:lnTo>
                  <a:cubicBezTo>
                    <a:pt x="59946" y="1000476"/>
                    <a:pt x="39195" y="991880"/>
                    <a:pt x="23895" y="976580"/>
                  </a:cubicBezTo>
                  <a:cubicBezTo>
                    <a:pt x="8595" y="961281"/>
                    <a:pt x="0" y="940530"/>
                    <a:pt x="0" y="918892"/>
                  </a:cubicBezTo>
                  <a:lnTo>
                    <a:pt x="0" y="81583"/>
                  </a:lnTo>
                  <a:cubicBezTo>
                    <a:pt x="0" y="59946"/>
                    <a:pt x="8595" y="39195"/>
                    <a:pt x="23895" y="23895"/>
                  </a:cubicBezTo>
                  <a:cubicBezTo>
                    <a:pt x="39195" y="8595"/>
                    <a:pt x="59946" y="0"/>
                    <a:pt x="81583" y="0"/>
                  </a:cubicBezTo>
                  <a:close/>
                </a:path>
              </a:pathLst>
            </a:custGeom>
            <a:solidFill>
              <a:srgbClr val="3A9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 txBox="1"/>
            <p:nvPr/>
          </p:nvSpPr>
          <p:spPr>
            <a:xfrm>
              <a:off x="0" y="-57150"/>
              <a:ext cx="999729" cy="1057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6"/>
          <p:cNvGrpSpPr/>
          <p:nvPr/>
        </p:nvGrpSpPr>
        <p:grpSpPr>
          <a:xfrm>
            <a:off x="8218805" y="5084569"/>
            <a:ext cx="3795845" cy="4015672"/>
            <a:chOff x="0" y="-57150"/>
            <a:chExt cx="999729" cy="1057626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999729" cy="1000476"/>
            </a:xfrm>
            <a:custGeom>
              <a:rect b="b" l="l" r="r" t="t"/>
              <a:pathLst>
                <a:path extrusionOk="0" h="1000476" w="999729">
                  <a:moveTo>
                    <a:pt x="81583" y="0"/>
                  </a:moveTo>
                  <a:lnTo>
                    <a:pt x="918146" y="0"/>
                  </a:lnTo>
                  <a:cubicBezTo>
                    <a:pt x="939783" y="0"/>
                    <a:pt x="960534" y="8595"/>
                    <a:pt x="975834" y="23895"/>
                  </a:cubicBezTo>
                  <a:cubicBezTo>
                    <a:pt x="991133" y="39195"/>
                    <a:pt x="999729" y="59946"/>
                    <a:pt x="999729" y="81583"/>
                  </a:cubicBezTo>
                  <a:lnTo>
                    <a:pt x="999729" y="918892"/>
                  </a:lnTo>
                  <a:cubicBezTo>
                    <a:pt x="999729" y="963950"/>
                    <a:pt x="963203" y="1000476"/>
                    <a:pt x="918146" y="1000476"/>
                  </a:cubicBezTo>
                  <a:lnTo>
                    <a:pt x="81583" y="1000476"/>
                  </a:lnTo>
                  <a:cubicBezTo>
                    <a:pt x="59946" y="1000476"/>
                    <a:pt x="39195" y="991880"/>
                    <a:pt x="23895" y="976580"/>
                  </a:cubicBezTo>
                  <a:cubicBezTo>
                    <a:pt x="8595" y="961281"/>
                    <a:pt x="0" y="940530"/>
                    <a:pt x="0" y="918892"/>
                  </a:cubicBezTo>
                  <a:lnTo>
                    <a:pt x="0" y="81583"/>
                  </a:lnTo>
                  <a:cubicBezTo>
                    <a:pt x="0" y="59946"/>
                    <a:pt x="8595" y="39195"/>
                    <a:pt x="23895" y="23895"/>
                  </a:cubicBezTo>
                  <a:cubicBezTo>
                    <a:pt x="39195" y="8595"/>
                    <a:pt x="59946" y="0"/>
                    <a:pt x="81583" y="0"/>
                  </a:cubicBezTo>
                  <a:close/>
                </a:path>
              </a:pathLst>
            </a:custGeom>
            <a:solidFill>
              <a:srgbClr val="3A9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 txBox="1"/>
            <p:nvPr/>
          </p:nvSpPr>
          <p:spPr>
            <a:xfrm>
              <a:off x="0" y="-57150"/>
              <a:ext cx="999729" cy="1057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6"/>
          <p:cNvSpPr/>
          <p:nvPr/>
        </p:nvSpPr>
        <p:spPr>
          <a:xfrm>
            <a:off x="8389825" y="5652400"/>
            <a:ext cx="3416617" cy="3147507"/>
          </a:xfrm>
          <a:custGeom>
            <a:rect b="b" l="l" r="r" t="t"/>
            <a:pathLst>
              <a:path extrusionOk="0" h="5911850" w="6417310">
                <a:moveTo>
                  <a:pt x="1215390" y="402590"/>
                </a:moveTo>
                <a:lnTo>
                  <a:pt x="177800" y="2192020"/>
                </a:lnTo>
                <a:cubicBezTo>
                  <a:pt x="0" y="2498090"/>
                  <a:pt x="43180" y="2884170"/>
                  <a:pt x="283210" y="3144520"/>
                </a:cubicBezTo>
                <a:lnTo>
                  <a:pt x="2594610" y="5651500"/>
                </a:lnTo>
                <a:cubicBezTo>
                  <a:pt x="2747010" y="5817870"/>
                  <a:pt x="2962910" y="5911850"/>
                  <a:pt x="3187700" y="5911850"/>
                </a:cubicBezTo>
                <a:lnTo>
                  <a:pt x="5609590" y="5911850"/>
                </a:lnTo>
                <a:cubicBezTo>
                  <a:pt x="6055360" y="5911850"/>
                  <a:pt x="6417310" y="5549900"/>
                  <a:pt x="6417310" y="5104130"/>
                </a:cubicBezTo>
                <a:lnTo>
                  <a:pt x="6417310" y="1891030"/>
                </a:lnTo>
                <a:cubicBezTo>
                  <a:pt x="6417310" y="1724660"/>
                  <a:pt x="6366510" y="1562100"/>
                  <a:pt x="6269990" y="1426210"/>
                </a:cubicBezTo>
                <a:lnTo>
                  <a:pt x="5507990" y="342900"/>
                </a:lnTo>
                <a:cubicBezTo>
                  <a:pt x="5356860" y="128270"/>
                  <a:pt x="5110480" y="0"/>
                  <a:pt x="4847590" y="0"/>
                </a:cubicBezTo>
                <a:lnTo>
                  <a:pt x="1913890" y="0"/>
                </a:lnTo>
                <a:cubicBezTo>
                  <a:pt x="1625600" y="0"/>
                  <a:pt x="1358900" y="153670"/>
                  <a:pt x="1215390" y="40259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9777" r="-19777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1705488" y="3306710"/>
            <a:ext cx="5093463" cy="215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{{TIPOS_TITULO}}</a:t>
            </a:r>
          </a:p>
        </p:txBody>
      </p:sp>
      <p:sp>
        <p:nvSpPr>
          <p:cNvPr id="208" name="Google Shape;208;p16"/>
          <p:cNvSpPr txBox="1"/>
          <p:nvPr/>
        </p:nvSpPr>
        <p:spPr>
          <a:xfrm>
            <a:off x="1705506" y="5855200"/>
            <a:ext cx="615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{{TIPOS_INTRO}}</a:t>
            </a:r>
          </a:p>
        </p:txBody>
      </p:sp>
      <p:grpSp>
        <p:nvGrpSpPr>
          <p:cNvPr id="209" name="Google Shape;209;p16"/>
          <p:cNvGrpSpPr/>
          <p:nvPr/>
        </p:nvGrpSpPr>
        <p:grpSpPr>
          <a:xfrm>
            <a:off x="12458220" y="2018408"/>
            <a:ext cx="1727227" cy="1037767"/>
            <a:chOff x="0" y="-57150"/>
            <a:chExt cx="454908" cy="273321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54908" cy="216171"/>
            </a:xfrm>
            <a:custGeom>
              <a:rect b="b" l="l" r="r" t="t"/>
              <a:pathLst>
                <a:path extrusionOk="0" h="216171" w="454908">
                  <a:moveTo>
                    <a:pt x="108086" y="0"/>
                  </a:moveTo>
                  <a:lnTo>
                    <a:pt x="346822" y="0"/>
                  </a:lnTo>
                  <a:cubicBezTo>
                    <a:pt x="375488" y="0"/>
                    <a:pt x="402980" y="11388"/>
                    <a:pt x="423250" y="31658"/>
                  </a:cubicBezTo>
                  <a:cubicBezTo>
                    <a:pt x="443520" y="51928"/>
                    <a:pt x="454908" y="79420"/>
                    <a:pt x="454908" y="108086"/>
                  </a:cubicBezTo>
                  <a:lnTo>
                    <a:pt x="454908" y="108086"/>
                  </a:lnTo>
                  <a:cubicBezTo>
                    <a:pt x="454908" y="136752"/>
                    <a:pt x="443520" y="164244"/>
                    <a:pt x="423250" y="184514"/>
                  </a:cubicBezTo>
                  <a:cubicBezTo>
                    <a:pt x="402980" y="204784"/>
                    <a:pt x="375488" y="216171"/>
                    <a:pt x="346822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F68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0" y="-57150"/>
              <a:ext cx="454908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12458220" y="5613208"/>
            <a:ext cx="1878635" cy="1037767"/>
            <a:chOff x="0" y="-57150"/>
            <a:chExt cx="494785" cy="273321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94785" cy="216171"/>
            </a:xfrm>
            <a:custGeom>
              <a:rect b="b" l="l" r="r" t="t"/>
              <a:pathLst>
                <a:path extrusionOk="0" h="216171" w="494785">
                  <a:moveTo>
                    <a:pt x="108086" y="0"/>
                  </a:moveTo>
                  <a:lnTo>
                    <a:pt x="386699" y="0"/>
                  </a:lnTo>
                  <a:cubicBezTo>
                    <a:pt x="415365" y="0"/>
                    <a:pt x="442857" y="11388"/>
                    <a:pt x="463127" y="31658"/>
                  </a:cubicBezTo>
                  <a:cubicBezTo>
                    <a:pt x="483397" y="51928"/>
                    <a:pt x="494785" y="79420"/>
                    <a:pt x="494785" y="108086"/>
                  </a:cubicBezTo>
                  <a:lnTo>
                    <a:pt x="494785" y="108086"/>
                  </a:lnTo>
                  <a:cubicBezTo>
                    <a:pt x="494785" y="136752"/>
                    <a:pt x="483397" y="164244"/>
                    <a:pt x="463127" y="184514"/>
                  </a:cubicBezTo>
                  <a:cubicBezTo>
                    <a:pt x="442857" y="204784"/>
                    <a:pt x="415365" y="216171"/>
                    <a:pt x="386699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C66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0" y="-57150"/>
              <a:ext cx="494785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12693241" y="3179140"/>
            <a:ext cx="40113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{{TIPOS_IZQ_D}}</a:t>
            </a:r>
          </a:p>
        </p:txBody>
      </p:sp>
      <p:sp>
        <p:nvSpPr>
          <p:cNvPr id="216" name="Google Shape;216;p16"/>
          <p:cNvSpPr txBox="1"/>
          <p:nvPr/>
        </p:nvSpPr>
        <p:spPr>
          <a:xfrm>
            <a:off x="12693241" y="6873305"/>
            <a:ext cx="40113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{{TIPOS_DER_D}}</a:t>
            </a:r>
          </a:p>
        </p:txBody>
      </p:sp>
      <p:sp>
        <p:nvSpPr>
          <p:cNvPr id="217" name="Google Shape;217;p16"/>
          <p:cNvSpPr txBox="1"/>
          <p:nvPr/>
        </p:nvSpPr>
        <p:spPr>
          <a:xfrm>
            <a:off x="12640627" y="2397088"/>
            <a:ext cx="14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{{TIPOS_IZQ}}</a:t>
            </a:r>
          </a:p>
        </p:txBody>
      </p:sp>
      <p:sp>
        <p:nvSpPr>
          <p:cNvPr id="218" name="Google Shape;218;p16"/>
          <p:cNvSpPr txBox="1"/>
          <p:nvPr/>
        </p:nvSpPr>
        <p:spPr>
          <a:xfrm>
            <a:off x="12458212" y="5991888"/>
            <a:ext cx="18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{{TIPOS_DER}}</a:t>
            </a:r>
          </a:p>
        </p:txBody>
      </p:sp>
      <p:sp>
        <p:nvSpPr>
          <p:cNvPr id="219" name="Google Shape;219;p16"/>
          <p:cNvSpPr/>
          <p:nvPr/>
        </p:nvSpPr>
        <p:spPr>
          <a:xfrm>
            <a:off x="8459734" y="1495779"/>
            <a:ext cx="3353427" cy="3121462"/>
          </a:xfrm>
          <a:custGeom>
            <a:rect b="b" l="l" r="r" t="t"/>
            <a:pathLst>
              <a:path extrusionOk="0" h="5913120" w="6352540">
                <a:moveTo>
                  <a:pt x="5995670" y="1826260"/>
                </a:moveTo>
                <a:lnTo>
                  <a:pt x="4719320" y="1826260"/>
                </a:lnTo>
                <a:cubicBezTo>
                  <a:pt x="4523740" y="1826260"/>
                  <a:pt x="4364990" y="1667510"/>
                  <a:pt x="4364990" y="1471930"/>
                </a:cubicBezTo>
                <a:lnTo>
                  <a:pt x="4364990" y="354330"/>
                </a:lnTo>
                <a:cubicBezTo>
                  <a:pt x="4364990" y="158750"/>
                  <a:pt x="4206240" y="0"/>
                  <a:pt x="4010660" y="0"/>
                </a:cubicBezTo>
                <a:lnTo>
                  <a:pt x="1061720" y="0"/>
                </a:lnTo>
                <a:cubicBezTo>
                  <a:pt x="866140" y="0"/>
                  <a:pt x="707390" y="158750"/>
                  <a:pt x="707390" y="354330"/>
                </a:cubicBezTo>
                <a:lnTo>
                  <a:pt x="707390" y="506730"/>
                </a:lnTo>
                <a:cubicBezTo>
                  <a:pt x="707390" y="702310"/>
                  <a:pt x="548640" y="861060"/>
                  <a:pt x="353060" y="861060"/>
                </a:cubicBezTo>
                <a:cubicBezTo>
                  <a:pt x="158750" y="861060"/>
                  <a:pt x="0" y="1018540"/>
                  <a:pt x="0" y="1214120"/>
                </a:cubicBezTo>
                <a:lnTo>
                  <a:pt x="0" y="4723130"/>
                </a:lnTo>
                <a:cubicBezTo>
                  <a:pt x="0" y="4918710"/>
                  <a:pt x="158750" y="5077460"/>
                  <a:pt x="354330" y="5077460"/>
                </a:cubicBezTo>
                <a:cubicBezTo>
                  <a:pt x="549910" y="5077460"/>
                  <a:pt x="708660" y="5236210"/>
                  <a:pt x="708660" y="5431790"/>
                </a:cubicBezTo>
                <a:lnTo>
                  <a:pt x="708660" y="5558790"/>
                </a:lnTo>
                <a:cubicBezTo>
                  <a:pt x="708660" y="5754370"/>
                  <a:pt x="867410" y="5913120"/>
                  <a:pt x="1062990" y="5913120"/>
                </a:cubicBezTo>
                <a:lnTo>
                  <a:pt x="4013200" y="5913120"/>
                </a:lnTo>
                <a:cubicBezTo>
                  <a:pt x="4208780" y="5913120"/>
                  <a:pt x="4367530" y="5754370"/>
                  <a:pt x="4367530" y="5558790"/>
                </a:cubicBezTo>
                <a:lnTo>
                  <a:pt x="4367530" y="5431790"/>
                </a:lnTo>
                <a:cubicBezTo>
                  <a:pt x="4367530" y="5236210"/>
                  <a:pt x="4526280" y="5077460"/>
                  <a:pt x="4721860" y="5077460"/>
                </a:cubicBezTo>
                <a:lnTo>
                  <a:pt x="5998210" y="5077460"/>
                </a:lnTo>
                <a:cubicBezTo>
                  <a:pt x="6193790" y="5077460"/>
                  <a:pt x="6352540" y="4918710"/>
                  <a:pt x="6352540" y="4723130"/>
                </a:cubicBezTo>
                <a:lnTo>
                  <a:pt x="6352540" y="2179320"/>
                </a:lnTo>
                <a:cubicBezTo>
                  <a:pt x="6350000" y="1983740"/>
                  <a:pt x="6191250" y="1826260"/>
                  <a:pt x="5995670" y="182626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9853" r="-19853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EB97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19"/>
          <p:cNvGrpSpPr/>
          <p:nvPr/>
        </p:nvGrpSpPr>
        <p:grpSpPr>
          <a:xfrm>
            <a:off x="657670" y="475098"/>
            <a:ext cx="16972660" cy="9192142"/>
            <a:chOff x="0" y="-38100"/>
            <a:chExt cx="4470166" cy="2420976"/>
          </a:xfrm>
        </p:grpSpPr>
        <p:sp>
          <p:nvSpPr>
            <p:cNvPr id="248" name="Google Shape;248;p19"/>
            <p:cNvSpPr/>
            <p:nvPr/>
          </p:nvSpPr>
          <p:spPr>
            <a:xfrm>
              <a:off x="0" y="0"/>
              <a:ext cx="4470166" cy="2382876"/>
            </a:xfrm>
            <a:custGeom>
              <a:rect b="b" l="l" r="r" t="t"/>
              <a:pathLst>
                <a:path extrusionOk="0" h="2382876" w="4470166">
                  <a:moveTo>
                    <a:pt x="18246" y="0"/>
                  </a:moveTo>
                  <a:lnTo>
                    <a:pt x="4451920" y="0"/>
                  </a:lnTo>
                  <a:cubicBezTo>
                    <a:pt x="4456759" y="0"/>
                    <a:pt x="4461400" y="1922"/>
                    <a:pt x="4464822" y="5344"/>
                  </a:cubicBezTo>
                  <a:cubicBezTo>
                    <a:pt x="4468243" y="8766"/>
                    <a:pt x="4470166" y="13407"/>
                    <a:pt x="4470166" y="18246"/>
                  </a:cubicBezTo>
                  <a:lnTo>
                    <a:pt x="4470166" y="2364630"/>
                  </a:lnTo>
                  <a:cubicBezTo>
                    <a:pt x="4470166" y="2374707"/>
                    <a:pt x="4461997" y="2382876"/>
                    <a:pt x="4451920" y="2382876"/>
                  </a:cubicBezTo>
                  <a:lnTo>
                    <a:pt x="18246" y="2382876"/>
                  </a:lnTo>
                  <a:cubicBezTo>
                    <a:pt x="8169" y="2382876"/>
                    <a:pt x="0" y="2374707"/>
                    <a:pt x="0" y="2364630"/>
                  </a:cubicBezTo>
                  <a:lnTo>
                    <a:pt x="0" y="18246"/>
                  </a:lnTo>
                  <a:cubicBezTo>
                    <a:pt x="0" y="8169"/>
                    <a:pt x="8169" y="0"/>
                    <a:pt x="18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0" y="-38100"/>
              <a:ext cx="4470166" cy="2420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9"/>
          <p:cNvSpPr txBox="1"/>
          <p:nvPr/>
        </p:nvSpPr>
        <p:spPr>
          <a:xfrm>
            <a:off x="2006533" y="2466218"/>
            <a:ext cx="7137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{{DEF_TITULO}}</a:t>
            </a:r>
          </a:p>
        </p:txBody>
      </p:sp>
      <p:sp>
        <p:nvSpPr>
          <p:cNvPr id="251" name="Google Shape;251;p19"/>
          <p:cNvSpPr txBox="1"/>
          <p:nvPr/>
        </p:nvSpPr>
        <p:spPr>
          <a:xfrm>
            <a:off x="2006533" y="5820501"/>
            <a:ext cx="67914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{{DEF_TEXTO}}</a:t>
            </a:r>
          </a:p>
        </p:txBody>
      </p:sp>
      <p:sp>
        <p:nvSpPr>
          <p:cNvPr id="252" name="Google Shape;252;p19"/>
          <p:cNvSpPr/>
          <p:nvPr/>
        </p:nvSpPr>
        <p:spPr>
          <a:xfrm rot="3900547">
            <a:off x="-588627" y="-1254012"/>
            <a:ext cx="2768394" cy="5109452"/>
          </a:xfrm>
          <a:custGeom>
            <a:rect b="b" l="l" r="r" t="t"/>
            <a:pathLst>
              <a:path extrusionOk="0" h="5109452" w="2768394">
                <a:moveTo>
                  <a:pt x="0" y="0"/>
                </a:moveTo>
                <a:lnTo>
                  <a:pt x="2768394" y="0"/>
                </a:lnTo>
                <a:lnTo>
                  <a:pt x="2768394" y="5109451"/>
                </a:lnTo>
                <a:lnTo>
                  <a:pt x="0" y="51094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9"/>
          <p:cNvSpPr/>
          <p:nvPr/>
        </p:nvSpPr>
        <p:spPr>
          <a:xfrm rot="7189528">
            <a:off x="16032968" y="7067983"/>
            <a:ext cx="3194724" cy="5198515"/>
          </a:xfrm>
          <a:custGeom>
            <a:rect b="b" l="l" r="r" t="t"/>
            <a:pathLst>
              <a:path extrusionOk="0" h="5198515" w="3194724">
                <a:moveTo>
                  <a:pt x="0" y="0"/>
                </a:moveTo>
                <a:lnTo>
                  <a:pt x="3194724" y="0"/>
                </a:lnTo>
                <a:lnTo>
                  <a:pt x="3194724" y="5198515"/>
                </a:lnTo>
                <a:lnTo>
                  <a:pt x="0" y="51985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19"/>
          <p:cNvSpPr/>
          <p:nvPr/>
        </p:nvSpPr>
        <p:spPr>
          <a:xfrm>
            <a:off x="9563620" y="1823551"/>
            <a:ext cx="7092736" cy="6411969"/>
          </a:xfrm>
          <a:custGeom>
            <a:rect b="b" l="l" r="r" t="t"/>
            <a:pathLst>
              <a:path extrusionOk="0" h="5741670" w="63512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7841" r="-1784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D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/>
        </p:nvSpPr>
        <p:spPr>
          <a:xfrm>
            <a:off x="1028700" y="1699225"/>
            <a:ext cx="159816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{{FUNC_TITULO}}</a:t>
            </a:r>
          </a:p>
        </p:txBody>
      </p:sp>
      <p:sp>
        <p:nvSpPr>
          <p:cNvPr id="272" name="Google Shape;272;p21"/>
          <p:cNvSpPr/>
          <p:nvPr/>
        </p:nvSpPr>
        <p:spPr>
          <a:xfrm rot="-1964015">
            <a:off x="14394571" y="2953889"/>
            <a:ext cx="5734405" cy="4879457"/>
          </a:xfrm>
          <a:custGeom>
            <a:rect b="b" l="l" r="r" t="t"/>
            <a:pathLst>
              <a:path extrusionOk="0" h="4879457" w="5734405">
                <a:moveTo>
                  <a:pt x="0" y="0"/>
                </a:moveTo>
                <a:lnTo>
                  <a:pt x="5734405" y="0"/>
                </a:lnTo>
                <a:lnTo>
                  <a:pt x="5734405" y="4879457"/>
                </a:lnTo>
                <a:lnTo>
                  <a:pt x="0" y="4879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3" name="Google Shape;273;p21"/>
          <p:cNvGrpSpPr/>
          <p:nvPr/>
        </p:nvGrpSpPr>
        <p:grpSpPr>
          <a:xfrm>
            <a:off x="1975222" y="3074824"/>
            <a:ext cx="4575964" cy="1037767"/>
            <a:chOff x="0" y="-57150"/>
            <a:chExt cx="1205192" cy="273321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1205192" cy="216171"/>
            </a:xfrm>
            <a:custGeom>
              <a:rect b="b" l="l" r="r" t="t"/>
              <a:pathLst>
                <a:path extrusionOk="0" h="216171" w="1205192">
                  <a:moveTo>
                    <a:pt x="108086" y="0"/>
                  </a:moveTo>
                  <a:lnTo>
                    <a:pt x="1097106" y="0"/>
                  </a:lnTo>
                  <a:cubicBezTo>
                    <a:pt x="1125773" y="0"/>
                    <a:pt x="1153265" y="11388"/>
                    <a:pt x="1173535" y="31658"/>
                  </a:cubicBezTo>
                  <a:cubicBezTo>
                    <a:pt x="1193805" y="51928"/>
                    <a:pt x="1205192" y="79420"/>
                    <a:pt x="1205192" y="108086"/>
                  </a:cubicBezTo>
                  <a:lnTo>
                    <a:pt x="1205192" y="108086"/>
                  </a:lnTo>
                  <a:cubicBezTo>
                    <a:pt x="1205192" y="136752"/>
                    <a:pt x="1193805" y="164244"/>
                    <a:pt x="1173535" y="184514"/>
                  </a:cubicBezTo>
                  <a:cubicBezTo>
                    <a:pt x="1153265" y="204784"/>
                    <a:pt x="1125773" y="216171"/>
                    <a:pt x="1097106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F68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0" y="-57150"/>
              <a:ext cx="1205192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8349063" y="3074824"/>
            <a:ext cx="4096506" cy="1037767"/>
            <a:chOff x="0" y="-57150"/>
            <a:chExt cx="1078915" cy="273321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1078915" cy="216171"/>
            </a:xfrm>
            <a:custGeom>
              <a:rect b="b" l="l" r="r" t="t"/>
              <a:pathLst>
                <a:path extrusionOk="0" h="216171" w="1078915">
                  <a:moveTo>
                    <a:pt x="108086" y="0"/>
                  </a:moveTo>
                  <a:lnTo>
                    <a:pt x="970830" y="0"/>
                  </a:lnTo>
                  <a:cubicBezTo>
                    <a:pt x="999496" y="0"/>
                    <a:pt x="1026988" y="11388"/>
                    <a:pt x="1047258" y="31658"/>
                  </a:cubicBezTo>
                  <a:cubicBezTo>
                    <a:pt x="1067528" y="51928"/>
                    <a:pt x="1078915" y="79420"/>
                    <a:pt x="1078915" y="108086"/>
                  </a:cubicBezTo>
                  <a:lnTo>
                    <a:pt x="1078915" y="108086"/>
                  </a:lnTo>
                  <a:cubicBezTo>
                    <a:pt x="1078915" y="136752"/>
                    <a:pt x="1067528" y="164244"/>
                    <a:pt x="1047258" y="184514"/>
                  </a:cubicBezTo>
                  <a:cubicBezTo>
                    <a:pt x="1026988" y="204784"/>
                    <a:pt x="999496" y="216171"/>
                    <a:pt x="970830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8CC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0" y="-57150"/>
              <a:ext cx="1078915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21"/>
          <p:cNvGrpSpPr/>
          <p:nvPr/>
        </p:nvGrpSpPr>
        <p:grpSpPr>
          <a:xfrm>
            <a:off x="1975222" y="5831114"/>
            <a:ext cx="3869395" cy="1037767"/>
            <a:chOff x="0" y="-57150"/>
            <a:chExt cx="1019100" cy="273321"/>
          </a:xfrm>
        </p:grpSpPr>
        <p:sp>
          <p:nvSpPr>
            <p:cNvPr id="280" name="Google Shape;280;p21"/>
            <p:cNvSpPr/>
            <p:nvPr/>
          </p:nvSpPr>
          <p:spPr>
            <a:xfrm>
              <a:off x="0" y="0"/>
              <a:ext cx="1019100" cy="216171"/>
            </a:xfrm>
            <a:custGeom>
              <a:rect b="b" l="l" r="r" t="t"/>
              <a:pathLst>
                <a:path extrusionOk="0" h="216171" w="1019100">
                  <a:moveTo>
                    <a:pt x="108086" y="0"/>
                  </a:moveTo>
                  <a:lnTo>
                    <a:pt x="911014" y="0"/>
                  </a:lnTo>
                  <a:cubicBezTo>
                    <a:pt x="939680" y="0"/>
                    <a:pt x="967172" y="11388"/>
                    <a:pt x="987442" y="31658"/>
                  </a:cubicBezTo>
                  <a:cubicBezTo>
                    <a:pt x="1007712" y="51928"/>
                    <a:pt x="1019100" y="79420"/>
                    <a:pt x="1019100" y="108086"/>
                  </a:cubicBezTo>
                  <a:lnTo>
                    <a:pt x="1019100" y="108086"/>
                  </a:lnTo>
                  <a:cubicBezTo>
                    <a:pt x="1019100" y="136752"/>
                    <a:pt x="1007712" y="164244"/>
                    <a:pt x="987442" y="184514"/>
                  </a:cubicBezTo>
                  <a:cubicBezTo>
                    <a:pt x="967172" y="204784"/>
                    <a:pt x="939680" y="216171"/>
                    <a:pt x="911014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C66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1"/>
            <p:cNvSpPr txBox="1"/>
            <p:nvPr/>
          </p:nvSpPr>
          <p:spPr>
            <a:xfrm>
              <a:off x="0" y="-57150"/>
              <a:ext cx="1019100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21"/>
          <p:cNvGrpSpPr/>
          <p:nvPr/>
        </p:nvGrpSpPr>
        <p:grpSpPr>
          <a:xfrm>
            <a:off x="8349063" y="5831114"/>
            <a:ext cx="5181595" cy="1037767"/>
            <a:chOff x="0" y="-57150"/>
            <a:chExt cx="1364700" cy="273321"/>
          </a:xfrm>
        </p:grpSpPr>
        <p:sp>
          <p:nvSpPr>
            <p:cNvPr id="283" name="Google Shape;283;p21"/>
            <p:cNvSpPr/>
            <p:nvPr/>
          </p:nvSpPr>
          <p:spPr>
            <a:xfrm>
              <a:off x="0" y="0"/>
              <a:ext cx="1364700" cy="216171"/>
            </a:xfrm>
            <a:custGeom>
              <a:rect b="b" l="l" r="r" t="t"/>
              <a:pathLst>
                <a:path extrusionOk="0" h="216171" w="1364700">
                  <a:moveTo>
                    <a:pt x="108086" y="0"/>
                  </a:moveTo>
                  <a:lnTo>
                    <a:pt x="1256614" y="0"/>
                  </a:lnTo>
                  <a:cubicBezTo>
                    <a:pt x="1285280" y="0"/>
                    <a:pt x="1312772" y="11388"/>
                    <a:pt x="1333042" y="31658"/>
                  </a:cubicBezTo>
                  <a:cubicBezTo>
                    <a:pt x="1353312" y="51928"/>
                    <a:pt x="1364700" y="79420"/>
                    <a:pt x="1364700" y="108086"/>
                  </a:cubicBezTo>
                  <a:lnTo>
                    <a:pt x="1364700" y="108086"/>
                  </a:lnTo>
                  <a:cubicBezTo>
                    <a:pt x="1364700" y="136752"/>
                    <a:pt x="1353312" y="164244"/>
                    <a:pt x="1333042" y="184514"/>
                  </a:cubicBezTo>
                  <a:cubicBezTo>
                    <a:pt x="1312772" y="204784"/>
                    <a:pt x="1285280" y="216171"/>
                    <a:pt x="1256614" y="216171"/>
                  </a:cubicBezTo>
                  <a:lnTo>
                    <a:pt x="108086" y="216171"/>
                  </a:lnTo>
                  <a:cubicBezTo>
                    <a:pt x="79420" y="216171"/>
                    <a:pt x="51928" y="204784"/>
                    <a:pt x="31658" y="184514"/>
                  </a:cubicBezTo>
                  <a:cubicBezTo>
                    <a:pt x="11388" y="164244"/>
                    <a:pt x="0" y="136752"/>
                    <a:pt x="0" y="108086"/>
                  </a:cubicBezTo>
                  <a:lnTo>
                    <a:pt x="0" y="108086"/>
                  </a:lnTo>
                  <a:cubicBezTo>
                    <a:pt x="0" y="79420"/>
                    <a:pt x="11388" y="51928"/>
                    <a:pt x="31658" y="31658"/>
                  </a:cubicBezTo>
                  <a:cubicBezTo>
                    <a:pt x="51928" y="11388"/>
                    <a:pt x="79420" y="0"/>
                    <a:pt x="108086" y="0"/>
                  </a:cubicBezTo>
                  <a:close/>
                </a:path>
              </a:pathLst>
            </a:custGeom>
            <a:solidFill>
              <a:srgbClr val="3A9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1"/>
            <p:cNvSpPr txBox="1"/>
            <p:nvPr/>
          </p:nvSpPr>
          <p:spPr>
            <a:xfrm>
              <a:off x="0" y="-57150"/>
              <a:ext cx="1364700" cy="273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21"/>
          <p:cNvSpPr txBox="1"/>
          <p:nvPr/>
        </p:nvSpPr>
        <p:spPr>
          <a:xfrm>
            <a:off x="2286832" y="4372976"/>
            <a:ext cx="51216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{{FUNC_D1}}</a:t>
            </a:r>
          </a:p>
        </p:txBody>
      </p:sp>
      <p:sp>
        <p:nvSpPr>
          <p:cNvPr id="286" name="Google Shape;286;p21"/>
          <p:cNvSpPr txBox="1"/>
          <p:nvPr/>
        </p:nvSpPr>
        <p:spPr>
          <a:xfrm>
            <a:off x="8660675" y="4411075"/>
            <a:ext cx="56076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{{FUNC_D2}}</a:t>
            </a:r>
          </a:p>
        </p:txBody>
      </p:sp>
      <p:sp>
        <p:nvSpPr>
          <p:cNvPr id="287" name="Google Shape;287;p21"/>
          <p:cNvSpPr txBox="1"/>
          <p:nvPr/>
        </p:nvSpPr>
        <p:spPr>
          <a:xfrm>
            <a:off x="2286832" y="7129265"/>
            <a:ext cx="51216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{{FUNC_D3}}</a:t>
            </a:r>
          </a:p>
        </p:txBody>
      </p:sp>
      <p:sp>
        <p:nvSpPr>
          <p:cNvPr id="288" name="Google Shape;288;p21"/>
          <p:cNvSpPr txBox="1"/>
          <p:nvPr/>
        </p:nvSpPr>
        <p:spPr>
          <a:xfrm>
            <a:off x="8660672" y="7129265"/>
            <a:ext cx="45174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{{FUNC_D4}}</a:t>
            </a:r>
          </a:p>
        </p:txBody>
      </p:sp>
      <p:sp>
        <p:nvSpPr>
          <p:cNvPr id="289" name="Google Shape;289;p21"/>
          <p:cNvSpPr txBox="1"/>
          <p:nvPr/>
        </p:nvSpPr>
        <p:spPr>
          <a:xfrm>
            <a:off x="2286823" y="3429000"/>
            <a:ext cx="512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{{FUNC_T1}}</a:t>
            </a:r>
          </a:p>
        </p:txBody>
      </p:sp>
      <p:sp>
        <p:nvSpPr>
          <p:cNvPr id="290" name="Google Shape;290;p21"/>
          <p:cNvSpPr txBox="1"/>
          <p:nvPr/>
        </p:nvSpPr>
        <p:spPr>
          <a:xfrm>
            <a:off x="8660677" y="3429000"/>
            <a:ext cx="560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{{FUNC_T2}}</a:t>
            </a:r>
          </a:p>
        </p:txBody>
      </p:sp>
      <p:sp>
        <p:nvSpPr>
          <p:cNvPr id="291" name="Google Shape;291;p21"/>
          <p:cNvSpPr txBox="1"/>
          <p:nvPr/>
        </p:nvSpPr>
        <p:spPr>
          <a:xfrm>
            <a:off x="2286820" y="6185300"/>
            <a:ext cx="560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{{FUNC_T3}}</a:t>
            </a:r>
          </a:p>
        </p:txBody>
      </p:sp>
      <p:sp>
        <p:nvSpPr>
          <p:cNvPr id="292" name="Google Shape;292;p21"/>
          <p:cNvSpPr txBox="1"/>
          <p:nvPr/>
        </p:nvSpPr>
        <p:spPr>
          <a:xfrm>
            <a:off x="8660676" y="6185300"/>
            <a:ext cx="55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{{FUNC_T4}}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